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7" r:id="rId3"/>
    <p:sldId id="260" r:id="rId4"/>
    <p:sldId id="262" r:id="rId5"/>
    <p:sldId id="263" r:id="rId6"/>
    <p:sldId id="268" r:id="rId7"/>
    <p:sldId id="269" r:id="rId8"/>
    <p:sldId id="277" r:id="rId9"/>
    <p:sldId id="270" r:id="rId10"/>
    <p:sldId id="271" r:id="rId11"/>
    <p:sldId id="272" r:id="rId12"/>
    <p:sldId id="274" r:id="rId13"/>
    <p:sldId id="273" r:id="rId14"/>
    <p:sldId id="278" r:id="rId15"/>
    <p:sldId id="279" r:id="rId16"/>
    <p:sldId id="275" r:id="rId17"/>
    <p:sldId id="276" r:id="rId18"/>
    <p:sldId id="280" r:id="rId19"/>
    <p:sldId id="264" r:id="rId20"/>
    <p:sldId id="281" r:id="rId21"/>
    <p:sldId id="266" r:id="rId22"/>
    <p:sldId id="265" r:id="rId23"/>
    <p:sldId id="267" r:id="rId2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regory" initials="G" lastIdx="1" clrIdx="0">
    <p:extLst>
      <p:ext uri="{19B8F6BF-5375-455C-9EA6-DF929625EA0E}">
        <p15:presenceInfo xmlns:p15="http://schemas.microsoft.com/office/powerpoint/2012/main" userId="667828aaea72e80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4982"/>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7D5137-7B6D-447F-952C-EC0098C31E13}" v="2111" dt="2020-10-25T15:33:25.409"/>
    <p1510:client id="{DFD3A7A1-6677-42AD-BB63-CDC6F2F32FFE}" v="1081" dt="2020-10-25T17:28:02.318"/>
  </p1510:revLst>
</p1510:revInfo>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Средний стиль 1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Светлый стиль 3 — акцент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25E5076-3810-47DD-B79F-674D7AD40C01}" styleName="Темный стиль 1 — акцент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2" autoAdjust="0"/>
    <p:restoredTop sz="94660"/>
  </p:normalViewPr>
  <p:slideViewPr>
    <p:cSldViewPr snapToGrid="0">
      <p:cViewPr varScale="1">
        <p:scale>
          <a:sx n="73" d="100"/>
          <a:sy n="73" d="100"/>
        </p:scale>
        <p:origin x="123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ofey" userId="8331e3469a51f782" providerId="LiveId" clId="{DFD3A7A1-6677-42AD-BB63-CDC6F2F32FFE}"/>
    <pc:docChg chg="undo redo custSel addSld delSld modSld sldOrd delMainMaster modMainMaster">
      <pc:chgData name="Timofey" userId="8331e3469a51f782" providerId="LiveId" clId="{DFD3A7A1-6677-42AD-BB63-CDC6F2F32FFE}" dt="2020-10-25T17:45:36.709" v="8650" actId="20577"/>
      <pc:docMkLst>
        <pc:docMk/>
      </pc:docMkLst>
      <pc:sldChg chg="addSp delSp del mod">
        <pc:chgData name="Timofey" userId="8331e3469a51f782" providerId="LiveId" clId="{DFD3A7A1-6677-42AD-BB63-CDC6F2F32FFE}" dt="2020-10-25T00:47:25.958" v="4" actId="2696"/>
        <pc:sldMkLst>
          <pc:docMk/>
          <pc:sldMk cId="1351651579" sldId="256"/>
        </pc:sldMkLst>
        <pc:spChg chg="add del">
          <ac:chgData name="Timofey" userId="8331e3469a51f782" providerId="LiveId" clId="{DFD3A7A1-6677-42AD-BB63-CDC6F2F32FFE}" dt="2020-10-25T00:46:00.886" v="1" actId="22"/>
          <ac:spMkLst>
            <pc:docMk/>
            <pc:sldMk cId="1351651579" sldId="256"/>
            <ac:spMk id="5" creationId="{600030E6-13E4-41B1-A431-E0443CC08679}"/>
          </ac:spMkLst>
        </pc:spChg>
      </pc:sldChg>
      <pc:sldChg chg="addSp delSp modSp add del mod ord">
        <pc:chgData name="Timofey" userId="8331e3469a51f782" providerId="LiveId" clId="{DFD3A7A1-6677-42AD-BB63-CDC6F2F32FFE}" dt="2020-10-25T16:02:40.054" v="6053" actId="1076"/>
        <pc:sldMkLst>
          <pc:docMk/>
          <pc:sldMk cId="0" sldId="257"/>
        </pc:sldMkLst>
        <pc:spChg chg="add del">
          <ac:chgData name="Timofey" userId="8331e3469a51f782" providerId="LiveId" clId="{DFD3A7A1-6677-42AD-BB63-CDC6F2F32FFE}" dt="2020-10-25T00:47:55.281" v="6" actId="11529"/>
          <ac:spMkLst>
            <pc:docMk/>
            <pc:sldMk cId="0" sldId="257"/>
            <ac:spMk id="2" creationId="{7FADC6D7-0AAC-4835-B471-30AB7DD57F85}"/>
          </ac:spMkLst>
        </pc:spChg>
        <pc:spChg chg="del">
          <ac:chgData name="Timofey" userId="8331e3469a51f782" providerId="LiveId" clId="{DFD3A7A1-6677-42AD-BB63-CDC6F2F32FFE}" dt="2020-10-25T01:27:36.495" v="323" actId="478"/>
          <ac:spMkLst>
            <pc:docMk/>
            <pc:sldMk cId="0" sldId="257"/>
            <ac:spMk id="3" creationId="{88A7FFEC-6CAA-4671-98B8-20A8E9A008E7}"/>
          </ac:spMkLst>
        </pc:spChg>
        <pc:spChg chg="add del">
          <ac:chgData name="Timofey" userId="8331e3469a51f782" providerId="LiveId" clId="{DFD3A7A1-6677-42AD-BB63-CDC6F2F32FFE}" dt="2020-10-25T01:21:43.804" v="211" actId="22"/>
          <ac:spMkLst>
            <pc:docMk/>
            <pc:sldMk cId="0" sldId="257"/>
            <ac:spMk id="8" creationId="{48CD7886-1896-4A4A-A580-3159893AC2EC}"/>
          </ac:spMkLst>
        </pc:spChg>
        <pc:spChg chg="add mod">
          <ac:chgData name="Timofey" userId="8331e3469a51f782" providerId="LiveId" clId="{DFD3A7A1-6677-42AD-BB63-CDC6F2F32FFE}" dt="2020-10-25T01:53:59.885" v="507" actId="1076"/>
          <ac:spMkLst>
            <pc:docMk/>
            <pc:sldMk cId="0" sldId="257"/>
            <ac:spMk id="10" creationId="{59AAF7AC-D8B3-4D29-AAA7-C3438E254D34}"/>
          </ac:spMkLst>
        </pc:spChg>
        <pc:spChg chg="add del mod">
          <ac:chgData name="Timofey" userId="8331e3469a51f782" providerId="LiveId" clId="{DFD3A7A1-6677-42AD-BB63-CDC6F2F32FFE}" dt="2020-10-25T01:48:38.641" v="436" actId="478"/>
          <ac:spMkLst>
            <pc:docMk/>
            <pc:sldMk cId="0" sldId="257"/>
            <ac:spMk id="11" creationId="{E1FFDF73-DB22-494A-BAF9-C2A38674094A}"/>
          </ac:spMkLst>
        </pc:spChg>
        <pc:spChg chg="add mod">
          <ac:chgData name="Timofey" userId="8331e3469a51f782" providerId="LiveId" clId="{DFD3A7A1-6677-42AD-BB63-CDC6F2F32FFE}" dt="2020-10-25T01:54:37.499" v="511" actId="1076"/>
          <ac:spMkLst>
            <pc:docMk/>
            <pc:sldMk cId="0" sldId="257"/>
            <ac:spMk id="15" creationId="{FAC2BD19-532B-4E7B-BF22-5BE8F846DB4D}"/>
          </ac:spMkLst>
        </pc:spChg>
        <pc:spChg chg="add del">
          <ac:chgData name="Timofey" userId="8331e3469a51f782" providerId="LiveId" clId="{DFD3A7A1-6677-42AD-BB63-CDC6F2F32FFE}" dt="2020-10-25T01:51:21.747" v="454" actId="22"/>
          <ac:spMkLst>
            <pc:docMk/>
            <pc:sldMk cId="0" sldId="257"/>
            <ac:spMk id="22" creationId="{30314792-6AD3-4C95-8D4F-8B420630381C}"/>
          </ac:spMkLst>
        </pc:spChg>
        <pc:spChg chg="add mod">
          <ac:chgData name="Timofey" userId="8331e3469a51f782" providerId="LiveId" clId="{DFD3A7A1-6677-42AD-BB63-CDC6F2F32FFE}" dt="2020-10-25T01:54:20.236" v="510" actId="1076"/>
          <ac:spMkLst>
            <pc:docMk/>
            <pc:sldMk cId="0" sldId="257"/>
            <ac:spMk id="24" creationId="{5A3E027B-8973-461F-BAF6-5F0FD0D78B85}"/>
          </ac:spMkLst>
        </pc:spChg>
        <pc:spChg chg="mod">
          <ac:chgData name="Timofey" userId="8331e3469a51f782" providerId="LiveId" clId="{DFD3A7A1-6677-42AD-BB63-CDC6F2F32FFE}" dt="2020-10-25T01:40:54.177" v="401" actId="1076"/>
          <ac:spMkLst>
            <pc:docMk/>
            <pc:sldMk cId="0" sldId="257"/>
            <ac:spMk id="123" creationId="{00000000-0000-0000-0000-000000000000}"/>
          </ac:spMkLst>
        </pc:spChg>
        <pc:spChg chg="mod">
          <ac:chgData name="Timofey" userId="8331e3469a51f782" providerId="LiveId" clId="{DFD3A7A1-6677-42AD-BB63-CDC6F2F32FFE}" dt="2020-10-25T16:02:40.054" v="6053" actId="1076"/>
          <ac:spMkLst>
            <pc:docMk/>
            <pc:sldMk cId="0" sldId="257"/>
            <ac:spMk id="124" creationId="{00000000-0000-0000-0000-000000000000}"/>
          </ac:spMkLst>
        </pc:spChg>
        <pc:spChg chg="mod">
          <ac:chgData name="Timofey" userId="8331e3469a51f782" providerId="LiveId" clId="{DFD3A7A1-6677-42AD-BB63-CDC6F2F32FFE}" dt="2020-10-25T15:29:57.527" v="5368" actId="403"/>
          <ac:spMkLst>
            <pc:docMk/>
            <pc:sldMk cId="0" sldId="257"/>
            <ac:spMk id="125" creationId="{00000000-0000-0000-0000-000000000000}"/>
          </ac:spMkLst>
        </pc:spChg>
        <pc:spChg chg="del mod">
          <ac:chgData name="Timofey" userId="8331e3469a51f782" providerId="LiveId" clId="{DFD3A7A1-6677-42AD-BB63-CDC6F2F32FFE}" dt="2020-10-25T01:10:50.375" v="181" actId="21"/>
          <ac:spMkLst>
            <pc:docMk/>
            <pc:sldMk cId="0" sldId="257"/>
            <ac:spMk id="127" creationId="{00000000-0000-0000-0000-000000000000}"/>
          </ac:spMkLst>
        </pc:spChg>
        <pc:picChg chg="add mod ord">
          <ac:chgData name="Timofey" userId="8331e3469a51f782" providerId="LiveId" clId="{DFD3A7A1-6677-42AD-BB63-CDC6F2F32FFE}" dt="2020-10-25T01:53:52.122" v="506" actId="14100"/>
          <ac:picMkLst>
            <pc:docMk/>
            <pc:sldMk cId="0" sldId="257"/>
            <ac:picMk id="12" creationId="{A5772F91-E2D8-4B6A-9534-9CF5A19DFC2B}"/>
          </ac:picMkLst>
        </pc:picChg>
        <pc:picChg chg="add mod modCrop">
          <ac:chgData name="Timofey" userId="8331e3469a51f782" providerId="LiveId" clId="{DFD3A7A1-6677-42AD-BB63-CDC6F2F32FFE}" dt="2020-10-25T02:26:51.036" v="726" actId="1076"/>
          <ac:picMkLst>
            <pc:docMk/>
            <pc:sldMk cId="0" sldId="257"/>
            <ac:picMk id="19" creationId="{3B9B13B3-1E45-482F-83F0-A40C55A59625}"/>
          </ac:picMkLst>
        </pc:picChg>
        <pc:picChg chg="add del mod">
          <ac:chgData name="Timofey" userId="8331e3469a51f782" providerId="LiveId" clId="{DFD3A7A1-6677-42AD-BB63-CDC6F2F32FFE}" dt="2020-10-25T02:14:31.947" v="575"/>
          <ac:picMkLst>
            <pc:docMk/>
            <pc:sldMk cId="0" sldId="257"/>
            <ac:picMk id="21" creationId="{33C3ADFC-4BD7-4609-A07A-5A517504A06F}"/>
          </ac:picMkLst>
        </pc:picChg>
        <pc:picChg chg="add del mod">
          <ac:chgData name="Timofey" userId="8331e3469a51f782" providerId="LiveId" clId="{DFD3A7A1-6677-42AD-BB63-CDC6F2F32FFE}" dt="2020-10-25T02:20:13.893" v="637" actId="478"/>
          <ac:picMkLst>
            <pc:docMk/>
            <pc:sldMk cId="0" sldId="257"/>
            <ac:picMk id="25" creationId="{44297409-D429-49DE-BEB6-3B98E1D5AA9B}"/>
          </ac:picMkLst>
        </pc:picChg>
        <pc:picChg chg="mod">
          <ac:chgData name="Timofey" userId="8331e3469a51f782" providerId="LiveId" clId="{DFD3A7A1-6677-42AD-BB63-CDC6F2F32FFE}" dt="2020-10-25T01:41:14.220" v="404" actId="1076"/>
          <ac:picMkLst>
            <pc:docMk/>
            <pc:sldMk cId="0" sldId="257"/>
            <ac:picMk id="128" creationId="{00000000-0000-0000-0000-000000000000}"/>
          </ac:picMkLst>
        </pc:picChg>
        <pc:cxnChg chg="add mod">
          <ac:chgData name="Timofey" userId="8331e3469a51f782" providerId="LiveId" clId="{DFD3A7A1-6677-42AD-BB63-CDC6F2F32FFE}" dt="2020-10-25T01:41:35.891" v="405" actId="14100"/>
          <ac:cxnSpMkLst>
            <pc:docMk/>
            <pc:sldMk cId="0" sldId="257"/>
            <ac:cxnSpMk id="4" creationId="{E898F47D-CF82-4ACE-8C0B-FC07D122126C}"/>
          </ac:cxnSpMkLst>
        </pc:cxnChg>
      </pc:sldChg>
      <pc:sldChg chg="new del">
        <pc:chgData name="Timofey" userId="8331e3469a51f782" providerId="LiveId" clId="{DFD3A7A1-6677-42AD-BB63-CDC6F2F32FFE}" dt="2020-10-25T00:48:30.532" v="10" actId="2696"/>
        <pc:sldMkLst>
          <pc:docMk/>
          <pc:sldMk cId="721782473" sldId="258"/>
        </pc:sldMkLst>
      </pc:sldChg>
      <pc:sldChg chg="addSp delSp modSp new mod">
        <pc:chgData name="Timofey" userId="8331e3469a51f782" providerId="LiveId" clId="{DFD3A7A1-6677-42AD-BB63-CDC6F2F32FFE}" dt="2020-10-25T01:44:22.293" v="431" actId="1076"/>
        <pc:sldMkLst>
          <pc:docMk/>
          <pc:sldMk cId="1983917904" sldId="258"/>
        </pc:sldMkLst>
        <pc:spChg chg="del mod">
          <ac:chgData name="Timofey" userId="8331e3469a51f782" providerId="LiveId" clId="{DFD3A7A1-6677-42AD-BB63-CDC6F2F32FFE}" dt="2020-10-25T01:02:49.058" v="147" actId="478"/>
          <ac:spMkLst>
            <pc:docMk/>
            <pc:sldMk cId="1983917904" sldId="258"/>
            <ac:spMk id="2" creationId="{DB595BCE-0819-4BE7-A8B4-ED049A9B3D43}"/>
          </ac:spMkLst>
        </pc:spChg>
        <pc:spChg chg="add del mod">
          <ac:chgData name="Timofey" userId="8331e3469a51f782" providerId="LiveId" clId="{DFD3A7A1-6677-42AD-BB63-CDC6F2F32FFE}" dt="2020-10-25T00:50:12.560" v="18" actId="21"/>
          <ac:spMkLst>
            <pc:docMk/>
            <pc:sldMk cId="1983917904" sldId="258"/>
            <ac:spMk id="3" creationId="{1C225A5B-57C2-4FE5-A773-27E5403EAE25}"/>
          </ac:spMkLst>
        </pc:spChg>
        <pc:spChg chg="add del mod">
          <ac:chgData name="Timofey" userId="8331e3469a51f782" providerId="LiveId" clId="{DFD3A7A1-6677-42AD-BB63-CDC6F2F32FFE}" dt="2020-10-25T01:36:52.328" v="378" actId="478"/>
          <ac:spMkLst>
            <pc:docMk/>
            <pc:sldMk cId="1983917904" sldId="258"/>
            <ac:spMk id="4" creationId="{0901AB29-E173-48C0-BDEA-92E03CD62EEC}"/>
          </ac:spMkLst>
        </pc:spChg>
        <pc:spChg chg="add mod">
          <ac:chgData name="Timofey" userId="8331e3469a51f782" providerId="LiveId" clId="{DFD3A7A1-6677-42AD-BB63-CDC6F2F32FFE}" dt="2020-10-25T01:37:38.398" v="383" actId="1076"/>
          <ac:spMkLst>
            <pc:docMk/>
            <pc:sldMk cId="1983917904" sldId="258"/>
            <ac:spMk id="8" creationId="{A6B78D64-9515-4276-8F23-1A2767584A65}"/>
          </ac:spMkLst>
        </pc:spChg>
        <pc:spChg chg="add mod">
          <ac:chgData name="Timofey" userId="8331e3469a51f782" providerId="LiveId" clId="{DFD3A7A1-6677-42AD-BB63-CDC6F2F32FFE}" dt="2020-10-25T01:44:22.293" v="431" actId="1076"/>
          <ac:spMkLst>
            <pc:docMk/>
            <pc:sldMk cId="1983917904" sldId="258"/>
            <ac:spMk id="10" creationId="{D5B254B8-7813-4531-8845-2785815A1CAB}"/>
          </ac:spMkLst>
        </pc:spChg>
        <pc:spChg chg="add mod">
          <ac:chgData name="Timofey" userId="8331e3469a51f782" providerId="LiveId" clId="{DFD3A7A1-6677-42AD-BB63-CDC6F2F32FFE}" dt="2020-10-25T01:44:03.536" v="429" actId="1076"/>
          <ac:spMkLst>
            <pc:docMk/>
            <pc:sldMk cId="1983917904" sldId="258"/>
            <ac:spMk id="12" creationId="{96F4A551-242F-4D98-AE88-6F29AE2791A6}"/>
          </ac:spMkLst>
        </pc:spChg>
        <pc:spChg chg="add mod">
          <ac:chgData name="Timofey" userId="8331e3469a51f782" providerId="LiveId" clId="{DFD3A7A1-6677-42AD-BB63-CDC6F2F32FFE}" dt="2020-10-25T01:44:10.417" v="430" actId="1076"/>
          <ac:spMkLst>
            <pc:docMk/>
            <pc:sldMk cId="1983917904" sldId="258"/>
            <ac:spMk id="14" creationId="{2F900BE2-3D92-4B5A-B83D-60701DC54A74}"/>
          </ac:spMkLst>
        </pc:spChg>
        <pc:spChg chg="add mod">
          <ac:chgData name="Timofey" userId="8331e3469a51f782" providerId="LiveId" clId="{DFD3A7A1-6677-42AD-BB63-CDC6F2F32FFE}" dt="2020-10-25T01:38:23.905" v="388" actId="255"/>
          <ac:spMkLst>
            <pc:docMk/>
            <pc:sldMk cId="1983917904" sldId="258"/>
            <ac:spMk id="18" creationId="{05DB6DFC-E1EE-4751-9C71-DFDD6C342D7E}"/>
          </ac:spMkLst>
        </pc:spChg>
        <pc:spChg chg="add mod">
          <ac:chgData name="Timofey" userId="8331e3469a51f782" providerId="LiveId" clId="{DFD3A7A1-6677-42AD-BB63-CDC6F2F32FFE}" dt="2020-10-25T01:36:21.135" v="373"/>
          <ac:spMkLst>
            <pc:docMk/>
            <pc:sldMk cId="1983917904" sldId="258"/>
            <ac:spMk id="19" creationId="{841C8B33-1816-4832-BFDC-B1E40DE11674}"/>
          </ac:spMkLst>
        </pc:spChg>
        <pc:spChg chg="add mod">
          <ac:chgData name="Timofey" userId="8331e3469a51f782" providerId="LiveId" clId="{DFD3A7A1-6677-42AD-BB63-CDC6F2F32FFE}" dt="2020-10-25T01:37:06.668" v="381" actId="207"/>
          <ac:spMkLst>
            <pc:docMk/>
            <pc:sldMk cId="1983917904" sldId="258"/>
            <ac:spMk id="20" creationId="{77C395CE-5045-4DC9-B01A-EED2EBE469D1}"/>
          </ac:spMkLst>
        </pc:spChg>
        <pc:spChg chg="add mod">
          <ac:chgData name="Timofey" userId="8331e3469a51f782" providerId="LiveId" clId="{DFD3A7A1-6677-42AD-BB63-CDC6F2F32FFE}" dt="2020-10-25T01:36:51.146" v="377"/>
          <ac:spMkLst>
            <pc:docMk/>
            <pc:sldMk cId="1983917904" sldId="258"/>
            <ac:spMk id="21" creationId="{341E3809-FE36-4619-A572-C09730A54D66}"/>
          </ac:spMkLst>
        </pc:spChg>
        <pc:graphicFrameChg chg="add del mod modGraphic">
          <ac:chgData name="Timofey" userId="8331e3469a51f782" providerId="LiveId" clId="{DFD3A7A1-6677-42AD-BB63-CDC6F2F32FFE}" dt="2020-10-25T00:59:09.235" v="68" actId="27309"/>
          <ac:graphicFrameMkLst>
            <pc:docMk/>
            <pc:sldMk cId="1983917904" sldId="258"/>
            <ac:graphicFrameMk id="16" creationId="{4BA919C0-4398-461D-B192-D2982561BB77}"/>
          </ac:graphicFrameMkLst>
        </pc:graphicFrameChg>
        <pc:picChg chg="add mod">
          <ac:chgData name="Timofey" userId="8331e3469a51f782" providerId="LiveId" clId="{DFD3A7A1-6677-42AD-BB63-CDC6F2F32FFE}" dt="2020-10-25T01:34:14.868" v="358"/>
          <ac:picMkLst>
            <pc:docMk/>
            <pc:sldMk cId="1983917904" sldId="258"/>
            <ac:picMk id="6" creationId="{A598E940-96FC-476A-82FB-4F2F63019C1E}"/>
          </ac:picMkLst>
        </pc:picChg>
        <pc:picChg chg="add mod">
          <ac:chgData name="Timofey" userId="8331e3469a51f782" providerId="LiveId" clId="{DFD3A7A1-6677-42AD-BB63-CDC6F2F32FFE}" dt="2020-10-25T01:39:48.506" v="395" actId="1076"/>
          <ac:picMkLst>
            <pc:docMk/>
            <pc:sldMk cId="1983917904" sldId="258"/>
            <ac:picMk id="23" creationId="{784DAFE9-6FD6-46BC-91D5-18F6CF47C4D5}"/>
          </ac:picMkLst>
        </pc:picChg>
      </pc:sldChg>
      <pc:sldChg chg="add del setBg">
        <pc:chgData name="Timofey" userId="8331e3469a51f782" providerId="LiveId" clId="{DFD3A7A1-6677-42AD-BB63-CDC6F2F32FFE}" dt="2020-10-25T01:31:54.386" v="348"/>
        <pc:sldMkLst>
          <pc:docMk/>
          <pc:sldMk cId="0" sldId="259"/>
        </pc:sldMkLst>
      </pc:sldChg>
      <pc:sldChg chg="new del">
        <pc:chgData name="Timofey" userId="8331e3469a51f782" providerId="LiveId" clId="{DFD3A7A1-6677-42AD-BB63-CDC6F2F32FFE}" dt="2020-10-25T01:09:33.588" v="171" actId="2696"/>
        <pc:sldMkLst>
          <pc:docMk/>
          <pc:sldMk cId="355115089" sldId="259"/>
        </pc:sldMkLst>
      </pc:sldChg>
      <pc:sldChg chg="modSp new add del">
        <pc:chgData name="Timofey" userId="8331e3469a51f782" providerId="LiveId" clId="{DFD3A7A1-6677-42AD-BB63-CDC6F2F32FFE}" dt="2020-10-25T01:54:55.659" v="513" actId="47"/>
        <pc:sldMkLst>
          <pc:docMk/>
          <pc:sldMk cId="1764229220" sldId="259"/>
        </pc:sldMkLst>
        <pc:spChg chg="mod">
          <ac:chgData name="Timofey" userId="8331e3469a51f782" providerId="LiveId" clId="{DFD3A7A1-6677-42AD-BB63-CDC6F2F32FFE}" dt="2020-10-25T01:34:14.868" v="358"/>
          <ac:spMkLst>
            <pc:docMk/>
            <pc:sldMk cId="1764229220" sldId="259"/>
            <ac:spMk id="2" creationId="{CAEF23D7-703E-4A10-952D-43CBACB978E7}"/>
          </ac:spMkLst>
        </pc:spChg>
      </pc:sldChg>
      <pc:sldChg chg="new del">
        <pc:chgData name="Timofey" userId="8331e3469a51f782" providerId="LiveId" clId="{DFD3A7A1-6677-42AD-BB63-CDC6F2F32FFE}" dt="2020-10-25T00:48:24.355" v="9" actId="2696"/>
        <pc:sldMkLst>
          <pc:docMk/>
          <pc:sldMk cId="2691723553" sldId="259"/>
        </pc:sldMkLst>
      </pc:sldChg>
      <pc:sldChg chg="new del">
        <pc:chgData name="Timofey" userId="8331e3469a51f782" providerId="LiveId" clId="{DFD3A7A1-6677-42AD-BB63-CDC6F2F32FFE}" dt="2020-10-25T00:49:20.170" v="15" actId="680"/>
        <pc:sldMkLst>
          <pc:docMk/>
          <pc:sldMk cId="3061204406" sldId="259"/>
        </pc:sldMkLst>
      </pc:sldChg>
      <pc:sldChg chg="modSp add mod">
        <pc:chgData name="Timofey" userId="8331e3469a51f782" providerId="LiveId" clId="{DFD3A7A1-6677-42AD-BB63-CDC6F2F32FFE}" dt="2020-10-25T16:35:38.970" v="6315" actId="114"/>
        <pc:sldMkLst>
          <pc:docMk/>
          <pc:sldMk cId="593841190" sldId="260"/>
        </pc:sldMkLst>
        <pc:spChg chg="mod">
          <ac:chgData name="Timofey" userId="8331e3469a51f782" providerId="LiveId" clId="{DFD3A7A1-6677-42AD-BB63-CDC6F2F32FFE}" dt="2020-10-25T07:09:17.528" v="772" actId="1076"/>
          <ac:spMkLst>
            <pc:docMk/>
            <pc:sldMk cId="593841190" sldId="260"/>
            <ac:spMk id="15" creationId="{FAC2BD19-532B-4E7B-BF22-5BE8F846DB4D}"/>
          </ac:spMkLst>
        </pc:spChg>
        <pc:spChg chg="mod">
          <ac:chgData name="Timofey" userId="8331e3469a51f782" providerId="LiveId" clId="{DFD3A7A1-6677-42AD-BB63-CDC6F2F32FFE}" dt="2020-10-25T16:02:33.723" v="6052" actId="1076"/>
          <ac:spMkLst>
            <pc:docMk/>
            <pc:sldMk cId="593841190" sldId="260"/>
            <ac:spMk id="124" creationId="{00000000-0000-0000-0000-000000000000}"/>
          </ac:spMkLst>
        </pc:spChg>
        <pc:spChg chg="mod">
          <ac:chgData name="Timofey" userId="8331e3469a51f782" providerId="LiveId" clId="{DFD3A7A1-6677-42AD-BB63-CDC6F2F32FFE}" dt="2020-10-25T16:35:38.970" v="6315" actId="114"/>
          <ac:spMkLst>
            <pc:docMk/>
            <pc:sldMk cId="593841190" sldId="260"/>
            <ac:spMk id="125" creationId="{00000000-0000-0000-0000-000000000000}"/>
          </ac:spMkLst>
        </pc:spChg>
      </pc:sldChg>
      <pc:sldChg chg="add del">
        <pc:chgData name="Timofey" userId="8331e3469a51f782" providerId="LiveId" clId="{DFD3A7A1-6677-42AD-BB63-CDC6F2F32FFE}" dt="2020-10-25T07:28:26.157" v="894" actId="47"/>
        <pc:sldMkLst>
          <pc:docMk/>
          <pc:sldMk cId="4009108819" sldId="261"/>
        </pc:sldMkLst>
      </pc:sldChg>
      <pc:sldChg chg="addSp delSp modSp add mod ord">
        <pc:chgData name="Timofey" userId="8331e3469a51f782" providerId="LiveId" clId="{DFD3A7A1-6677-42AD-BB63-CDC6F2F32FFE}" dt="2020-10-25T16:02:26.630" v="6051" actId="1076"/>
        <pc:sldMkLst>
          <pc:docMk/>
          <pc:sldMk cId="3028363707" sldId="262"/>
        </pc:sldMkLst>
        <pc:spChg chg="mod">
          <ac:chgData name="Timofey" userId="8331e3469a51f782" providerId="LiveId" clId="{DFD3A7A1-6677-42AD-BB63-CDC6F2F32FFE}" dt="2020-10-25T16:02:26.630" v="6051" actId="1076"/>
          <ac:spMkLst>
            <pc:docMk/>
            <pc:sldMk cId="3028363707" sldId="262"/>
            <ac:spMk id="124" creationId="{00000000-0000-0000-0000-000000000000}"/>
          </ac:spMkLst>
        </pc:spChg>
        <pc:spChg chg="mod">
          <ac:chgData name="Timofey" userId="8331e3469a51f782" providerId="LiveId" clId="{DFD3A7A1-6677-42AD-BB63-CDC6F2F32FFE}" dt="2020-10-25T15:30:17.856" v="5372" actId="1076"/>
          <ac:spMkLst>
            <pc:docMk/>
            <pc:sldMk cId="3028363707" sldId="262"/>
            <ac:spMk id="125" creationId="{00000000-0000-0000-0000-000000000000}"/>
          </ac:spMkLst>
        </pc:spChg>
        <pc:picChg chg="add mod">
          <ac:chgData name="Timofey" userId="8331e3469a51f782" providerId="LiveId" clId="{DFD3A7A1-6677-42AD-BB63-CDC6F2F32FFE}" dt="2020-10-25T15:30:23.085" v="5373" actId="1076"/>
          <ac:picMkLst>
            <pc:docMk/>
            <pc:sldMk cId="3028363707" sldId="262"/>
            <ac:picMk id="3" creationId="{6A1DF21D-B4EC-4D5C-8A22-A452813ED8A8}"/>
          </ac:picMkLst>
        </pc:picChg>
        <pc:picChg chg="del">
          <ac:chgData name="Timofey" userId="8331e3469a51f782" providerId="LiveId" clId="{DFD3A7A1-6677-42AD-BB63-CDC6F2F32FFE}" dt="2020-10-25T07:13:08.377" v="849" actId="478"/>
          <ac:picMkLst>
            <pc:docMk/>
            <pc:sldMk cId="3028363707" sldId="262"/>
            <ac:picMk id="19" creationId="{3B9B13B3-1E45-482F-83F0-A40C55A59625}"/>
          </ac:picMkLst>
        </pc:picChg>
      </pc:sldChg>
      <pc:sldChg chg="modSp add mod">
        <pc:chgData name="Timofey" userId="8331e3469a51f782" providerId="LiveId" clId="{DFD3A7A1-6677-42AD-BB63-CDC6F2F32FFE}" dt="2020-10-25T16:02:21.162" v="6050" actId="1076"/>
        <pc:sldMkLst>
          <pc:docMk/>
          <pc:sldMk cId="2529034596" sldId="263"/>
        </pc:sldMkLst>
        <pc:spChg chg="mod">
          <ac:chgData name="Timofey" userId="8331e3469a51f782" providerId="LiveId" clId="{DFD3A7A1-6677-42AD-BB63-CDC6F2F32FFE}" dt="2020-10-25T16:02:21.162" v="6050" actId="1076"/>
          <ac:spMkLst>
            <pc:docMk/>
            <pc:sldMk cId="2529034596" sldId="263"/>
            <ac:spMk id="124" creationId="{00000000-0000-0000-0000-000000000000}"/>
          </ac:spMkLst>
        </pc:spChg>
        <pc:spChg chg="mod">
          <ac:chgData name="Timofey" userId="8331e3469a51f782" providerId="LiveId" clId="{DFD3A7A1-6677-42AD-BB63-CDC6F2F32FFE}" dt="2020-10-25T11:13:53.345" v="4142" actId="207"/>
          <ac:spMkLst>
            <pc:docMk/>
            <pc:sldMk cId="2529034596" sldId="263"/>
            <ac:spMk id="125" creationId="{00000000-0000-0000-0000-000000000000}"/>
          </ac:spMkLst>
        </pc:spChg>
      </pc:sldChg>
      <pc:sldChg chg="addSp modSp add mod">
        <pc:chgData name="Timofey" userId="8331e3469a51f782" providerId="LiveId" clId="{DFD3A7A1-6677-42AD-BB63-CDC6F2F32FFE}" dt="2020-10-25T15:13:29.447" v="5323" actId="1440"/>
        <pc:sldMkLst>
          <pc:docMk/>
          <pc:sldMk cId="540719684" sldId="264"/>
        </pc:sldMkLst>
        <pc:spChg chg="mod">
          <ac:chgData name="Timofey" userId="8331e3469a51f782" providerId="LiveId" clId="{DFD3A7A1-6677-42AD-BB63-CDC6F2F32FFE}" dt="2020-10-25T08:52:11.402" v="2388" actId="20577"/>
          <ac:spMkLst>
            <pc:docMk/>
            <pc:sldMk cId="540719684" sldId="264"/>
            <ac:spMk id="124" creationId="{00000000-0000-0000-0000-000000000000}"/>
          </ac:spMkLst>
        </pc:spChg>
        <pc:spChg chg="mod">
          <ac:chgData name="Timofey" userId="8331e3469a51f782" providerId="LiveId" clId="{DFD3A7A1-6677-42AD-BB63-CDC6F2F32FFE}" dt="2020-10-25T09:34:07.306" v="3631" actId="207"/>
          <ac:spMkLst>
            <pc:docMk/>
            <pc:sldMk cId="540719684" sldId="264"/>
            <ac:spMk id="125" creationId="{00000000-0000-0000-0000-000000000000}"/>
          </ac:spMkLst>
        </pc:spChg>
        <pc:picChg chg="add mod ord">
          <ac:chgData name="Timofey" userId="8331e3469a51f782" providerId="LiveId" clId="{DFD3A7A1-6677-42AD-BB63-CDC6F2F32FFE}" dt="2020-10-25T15:13:29.447" v="5323" actId="1440"/>
          <ac:picMkLst>
            <pc:docMk/>
            <pc:sldMk cId="540719684" sldId="264"/>
            <ac:picMk id="2" creationId="{890605CE-6E26-43A8-B322-8CB329711A16}"/>
          </ac:picMkLst>
        </pc:picChg>
      </pc:sldChg>
      <pc:sldChg chg="delSp modSp add del mod ord">
        <pc:chgData name="Timofey" userId="8331e3469a51f782" providerId="LiveId" clId="{DFD3A7A1-6677-42AD-BB63-CDC6F2F32FFE}" dt="2020-10-25T16:03:05.842" v="6055" actId="1076"/>
        <pc:sldMkLst>
          <pc:docMk/>
          <pc:sldMk cId="714993719" sldId="265"/>
        </pc:sldMkLst>
        <pc:spChg chg="mod">
          <ac:chgData name="Timofey" userId="8331e3469a51f782" providerId="LiveId" clId="{DFD3A7A1-6677-42AD-BB63-CDC6F2F32FFE}" dt="2020-10-25T15:20:45.897" v="5337" actId="20577"/>
          <ac:spMkLst>
            <pc:docMk/>
            <pc:sldMk cId="714993719" sldId="265"/>
            <ac:spMk id="13" creationId="{0415440B-47EC-4932-8B57-7BDC31F7063D}"/>
          </ac:spMkLst>
        </pc:spChg>
        <pc:spChg chg="mod">
          <ac:chgData name="Timofey" userId="8331e3469a51f782" providerId="LiveId" clId="{DFD3A7A1-6677-42AD-BB63-CDC6F2F32FFE}" dt="2020-10-25T09:31:30.800" v="3608" actId="207"/>
          <ac:spMkLst>
            <pc:docMk/>
            <pc:sldMk cId="714993719" sldId="265"/>
            <ac:spMk id="15" creationId="{FAC2BD19-532B-4E7B-BF22-5BE8F846DB4D}"/>
          </ac:spMkLst>
        </pc:spChg>
        <pc:spChg chg="mod">
          <ac:chgData name="Timofey" userId="8331e3469a51f782" providerId="LiveId" clId="{DFD3A7A1-6677-42AD-BB63-CDC6F2F32FFE}" dt="2020-10-25T16:03:05.842" v="6055" actId="1076"/>
          <ac:spMkLst>
            <pc:docMk/>
            <pc:sldMk cId="714993719" sldId="265"/>
            <ac:spMk id="124" creationId="{00000000-0000-0000-0000-000000000000}"/>
          </ac:spMkLst>
        </pc:spChg>
        <pc:spChg chg="del mod">
          <ac:chgData name="Timofey" userId="8331e3469a51f782" providerId="LiveId" clId="{DFD3A7A1-6677-42AD-BB63-CDC6F2F32FFE}" dt="2020-10-25T15:27:57.982" v="5362" actId="478"/>
          <ac:spMkLst>
            <pc:docMk/>
            <pc:sldMk cId="714993719" sldId="265"/>
            <ac:spMk id="125" creationId="{00000000-0000-0000-0000-000000000000}"/>
          </ac:spMkLst>
        </pc:spChg>
        <pc:picChg chg="del">
          <ac:chgData name="Timofey" userId="8331e3469a51f782" providerId="LiveId" clId="{DFD3A7A1-6677-42AD-BB63-CDC6F2F32FFE}" dt="2020-10-25T15:20:36.672" v="5333" actId="478"/>
          <ac:picMkLst>
            <pc:docMk/>
            <pc:sldMk cId="714993719" sldId="265"/>
            <ac:picMk id="5" creationId="{30F9EF7F-A8D2-46E4-80CE-B64EC39ADEE3}"/>
          </ac:picMkLst>
        </pc:picChg>
        <pc:picChg chg="del">
          <ac:chgData name="Timofey" userId="8331e3469a51f782" providerId="LiveId" clId="{DFD3A7A1-6677-42AD-BB63-CDC6F2F32FFE}" dt="2020-10-25T15:21:28.859" v="5341" actId="478"/>
          <ac:picMkLst>
            <pc:docMk/>
            <pc:sldMk cId="714993719" sldId="265"/>
            <ac:picMk id="8" creationId="{72860D52-EFDD-42F3-9DAF-8BFDCAB7FEDA}"/>
          </ac:picMkLst>
        </pc:picChg>
        <pc:picChg chg="del">
          <ac:chgData name="Timofey" userId="8331e3469a51f782" providerId="LiveId" clId="{DFD3A7A1-6677-42AD-BB63-CDC6F2F32FFE}" dt="2020-10-25T15:21:38.690" v="5342" actId="478"/>
          <ac:picMkLst>
            <pc:docMk/>
            <pc:sldMk cId="714993719" sldId="265"/>
            <ac:picMk id="11" creationId="{0683534B-15F8-4EEE-9C59-71A0C34B3635}"/>
          </ac:picMkLst>
        </pc:picChg>
        <pc:picChg chg="del">
          <ac:chgData name="Timofey" userId="8331e3469a51f782" providerId="LiveId" clId="{DFD3A7A1-6677-42AD-BB63-CDC6F2F32FFE}" dt="2020-10-25T15:21:49.783" v="5343" actId="478"/>
          <ac:picMkLst>
            <pc:docMk/>
            <pc:sldMk cId="714993719" sldId="265"/>
            <ac:picMk id="17" creationId="{C2FEFF07-A83A-49E3-94FB-F187CDFA7F09}"/>
          </ac:picMkLst>
        </pc:picChg>
        <pc:picChg chg="del">
          <ac:chgData name="Timofey" userId="8331e3469a51f782" providerId="LiveId" clId="{DFD3A7A1-6677-42AD-BB63-CDC6F2F32FFE}" dt="2020-10-25T15:27:21.037" v="5353" actId="478"/>
          <ac:picMkLst>
            <pc:docMk/>
            <pc:sldMk cId="714993719" sldId="265"/>
            <ac:picMk id="18" creationId="{B1BEC015-5AE8-4C56-ABBF-AFA9FD756CBC}"/>
          </ac:picMkLst>
        </pc:picChg>
        <pc:picChg chg="del">
          <ac:chgData name="Timofey" userId="8331e3469a51f782" providerId="LiveId" clId="{DFD3A7A1-6677-42AD-BB63-CDC6F2F32FFE}" dt="2020-10-25T15:27:21.037" v="5353" actId="478"/>
          <ac:picMkLst>
            <pc:docMk/>
            <pc:sldMk cId="714993719" sldId="265"/>
            <ac:picMk id="19" creationId="{9D9E98C9-FA03-412A-8AC1-720A32337EE4}"/>
          </ac:picMkLst>
        </pc:picChg>
        <pc:picChg chg="del">
          <ac:chgData name="Timofey" userId="8331e3469a51f782" providerId="LiveId" clId="{DFD3A7A1-6677-42AD-BB63-CDC6F2F32FFE}" dt="2020-10-25T15:27:21.037" v="5353" actId="478"/>
          <ac:picMkLst>
            <pc:docMk/>
            <pc:sldMk cId="714993719" sldId="265"/>
            <ac:picMk id="20" creationId="{23180F25-3E92-4861-9F1D-9C86C18D25E0}"/>
          </ac:picMkLst>
        </pc:picChg>
        <pc:picChg chg="del">
          <ac:chgData name="Timofey" userId="8331e3469a51f782" providerId="LiveId" clId="{DFD3A7A1-6677-42AD-BB63-CDC6F2F32FFE}" dt="2020-10-25T15:28:03.729" v="5363" actId="478"/>
          <ac:picMkLst>
            <pc:docMk/>
            <pc:sldMk cId="714993719" sldId="265"/>
            <ac:picMk id="21" creationId="{9C2060BD-9EAA-4538-B2C0-E57B07B30735}"/>
          </ac:picMkLst>
        </pc:picChg>
        <pc:picChg chg="del">
          <ac:chgData name="Timofey" userId="8331e3469a51f782" providerId="LiveId" clId="{DFD3A7A1-6677-42AD-BB63-CDC6F2F32FFE}" dt="2020-10-25T15:27:21.037" v="5353" actId="478"/>
          <ac:picMkLst>
            <pc:docMk/>
            <pc:sldMk cId="714993719" sldId="265"/>
            <ac:picMk id="34" creationId="{A920926D-FF29-4EC4-BD4A-D04CB262AC7C}"/>
          </ac:picMkLst>
        </pc:picChg>
        <pc:picChg chg="del">
          <ac:chgData name="Timofey" userId="8331e3469a51f782" providerId="LiveId" clId="{DFD3A7A1-6677-42AD-BB63-CDC6F2F32FFE}" dt="2020-10-25T15:27:21.037" v="5353" actId="478"/>
          <ac:picMkLst>
            <pc:docMk/>
            <pc:sldMk cId="714993719" sldId="265"/>
            <ac:picMk id="44" creationId="{980D0375-1426-44BB-8FC9-1EDB8536CCCC}"/>
          </ac:picMkLst>
        </pc:picChg>
        <pc:picChg chg="del">
          <ac:chgData name="Timofey" userId="8331e3469a51f782" providerId="LiveId" clId="{DFD3A7A1-6677-42AD-BB63-CDC6F2F32FFE}" dt="2020-10-25T15:26:34.160" v="5347" actId="478"/>
          <ac:picMkLst>
            <pc:docMk/>
            <pc:sldMk cId="714993719" sldId="265"/>
            <ac:picMk id="46" creationId="{937609F4-F250-4038-82DB-F7E6A60D5328}"/>
          </ac:picMkLst>
        </pc:picChg>
        <pc:picChg chg="del">
          <ac:chgData name="Timofey" userId="8331e3469a51f782" providerId="LiveId" clId="{DFD3A7A1-6677-42AD-BB63-CDC6F2F32FFE}" dt="2020-10-25T15:27:21.037" v="5353" actId="478"/>
          <ac:picMkLst>
            <pc:docMk/>
            <pc:sldMk cId="714993719" sldId="265"/>
            <ac:picMk id="48" creationId="{7123E78F-56FA-47C2-9941-154EDFA239B6}"/>
          </ac:picMkLst>
        </pc:picChg>
        <pc:picChg chg="del">
          <ac:chgData name="Timofey" userId="8331e3469a51f782" providerId="LiveId" clId="{DFD3A7A1-6677-42AD-BB63-CDC6F2F32FFE}" dt="2020-10-25T15:27:21.037" v="5353" actId="478"/>
          <ac:picMkLst>
            <pc:docMk/>
            <pc:sldMk cId="714993719" sldId="265"/>
            <ac:picMk id="50" creationId="{39E8E4E5-3CA7-42B8-B50C-56C7FC10F500}"/>
          </ac:picMkLst>
        </pc:picChg>
        <pc:picChg chg="del">
          <ac:chgData name="Timofey" userId="8331e3469a51f782" providerId="LiveId" clId="{DFD3A7A1-6677-42AD-BB63-CDC6F2F32FFE}" dt="2020-10-25T15:27:21.037" v="5353" actId="478"/>
          <ac:picMkLst>
            <pc:docMk/>
            <pc:sldMk cId="714993719" sldId="265"/>
            <ac:picMk id="52" creationId="{BC78991F-352E-4BF0-AE29-1146EBA813E0}"/>
          </ac:picMkLst>
        </pc:picChg>
        <pc:picChg chg="del">
          <ac:chgData name="Timofey" userId="8331e3469a51f782" providerId="LiveId" clId="{DFD3A7A1-6677-42AD-BB63-CDC6F2F32FFE}" dt="2020-10-25T15:28:03.729" v="5363" actId="478"/>
          <ac:picMkLst>
            <pc:docMk/>
            <pc:sldMk cId="714993719" sldId="265"/>
            <ac:picMk id="54" creationId="{3E07123B-9FD7-45C4-81C6-208DB10A6196}"/>
          </ac:picMkLst>
        </pc:picChg>
        <pc:picChg chg="del">
          <ac:chgData name="Timofey" userId="8331e3469a51f782" providerId="LiveId" clId="{DFD3A7A1-6677-42AD-BB63-CDC6F2F32FFE}" dt="2020-10-25T15:28:03.729" v="5363" actId="478"/>
          <ac:picMkLst>
            <pc:docMk/>
            <pc:sldMk cId="714993719" sldId="265"/>
            <ac:picMk id="56" creationId="{821B377C-47C0-4951-9671-9DD91951D251}"/>
          </ac:picMkLst>
        </pc:picChg>
        <pc:picChg chg="del">
          <ac:chgData name="Timofey" userId="8331e3469a51f782" providerId="LiveId" clId="{DFD3A7A1-6677-42AD-BB63-CDC6F2F32FFE}" dt="2020-10-25T15:27:51.671" v="5360" actId="478"/>
          <ac:picMkLst>
            <pc:docMk/>
            <pc:sldMk cId="714993719" sldId="265"/>
            <ac:picMk id="62" creationId="{3E51B6FE-3129-4D6B-90BB-1F7E996F0BA3}"/>
          </ac:picMkLst>
        </pc:picChg>
        <pc:picChg chg="del">
          <ac:chgData name="Timofey" userId="8331e3469a51f782" providerId="LiveId" clId="{DFD3A7A1-6677-42AD-BB63-CDC6F2F32FFE}" dt="2020-10-25T15:27:48.242" v="5358" actId="478"/>
          <ac:picMkLst>
            <pc:docMk/>
            <pc:sldMk cId="714993719" sldId="265"/>
            <ac:picMk id="64" creationId="{EF7B7681-29ED-4BAF-AFF5-BA3ECEDEF077}"/>
          </ac:picMkLst>
        </pc:picChg>
        <pc:picChg chg="del">
          <ac:chgData name="Timofey" userId="8331e3469a51f782" providerId="LiveId" clId="{DFD3A7A1-6677-42AD-BB63-CDC6F2F32FFE}" dt="2020-10-25T15:27:49.863" v="5359" actId="478"/>
          <ac:picMkLst>
            <pc:docMk/>
            <pc:sldMk cId="714993719" sldId="265"/>
            <ac:picMk id="66" creationId="{57EFE8B5-23FE-41DF-9210-D792D67EF924}"/>
          </ac:picMkLst>
        </pc:picChg>
        <pc:picChg chg="del">
          <ac:chgData name="Timofey" userId="8331e3469a51f782" providerId="LiveId" clId="{DFD3A7A1-6677-42AD-BB63-CDC6F2F32FFE}" dt="2020-10-25T15:27:46.624" v="5357" actId="478"/>
          <ac:picMkLst>
            <pc:docMk/>
            <pc:sldMk cId="714993719" sldId="265"/>
            <ac:picMk id="68" creationId="{D97AF42A-9063-441A-ACA2-EBA94E6B7F22}"/>
          </ac:picMkLst>
        </pc:picChg>
        <pc:picChg chg="del">
          <ac:chgData name="Timofey" userId="8331e3469a51f782" providerId="LiveId" clId="{DFD3A7A1-6677-42AD-BB63-CDC6F2F32FFE}" dt="2020-10-25T15:27:43.286" v="5355" actId="478"/>
          <ac:picMkLst>
            <pc:docMk/>
            <pc:sldMk cId="714993719" sldId="265"/>
            <ac:picMk id="70" creationId="{89578D36-1DCD-472D-BCE7-17EC9E0BAAC7}"/>
          </ac:picMkLst>
        </pc:picChg>
        <pc:picChg chg="del">
          <ac:chgData name="Timofey" userId="8331e3469a51f782" providerId="LiveId" clId="{DFD3A7A1-6677-42AD-BB63-CDC6F2F32FFE}" dt="2020-10-25T15:27:21.037" v="5353" actId="478"/>
          <ac:picMkLst>
            <pc:docMk/>
            <pc:sldMk cId="714993719" sldId="265"/>
            <ac:picMk id="78" creationId="{51191CAB-7A26-4248-B887-E173020C2FE8}"/>
          </ac:picMkLst>
        </pc:picChg>
        <pc:picChg chg="del">
          <ac:chgData name="Timofey" userId="8331e3469a51f782" providerId="LiveId" clId="{DFD3A7A1-6677-42AD-BB63-CDC6F2F32FFE}" dt="2020-10-25T15:27:21.037" v="5353" actId="478"/>
          <ac:picMkLst>
            <pc:docMk/>
            <pc:sldMk cId="714993719" sldId="265"/>
            <ac:picMk id="80" creationId="{1B53A524-4FCA-47A7-87FB-1B65984C6482}"/>
          </ac:picMkLst>
        </pc:picChg>
        <pc:picChg chg="del">
          <ac:chgData name="Timofey" userId="8331e3469a51f782" providerId="LiveId" clId="{DFD3A7A1-6677-42AD-BB63-CDC6F2F32FFE}" dt="2020-10-25T15:27:21.037" v="5353" actId="478"/>
          <ac:picMkLst>
            <pc:docMk/>
            <pc:sldMk cId="714993719" sldId="265"/>
            <ac:picMk id="82" creationId="{4E3AAFD2-E7E4-42C6-BB0E-0F68A778BB70}"/>
          </ac:picMkLst>
        </pc:picChg>
        <pc:picChg chg="mod">
          <ac:chgData name="Timofey" userId="8331e3469a51f782" providerId="LiveId" clId="{DFD3A7A1-6677-42AD-BB63-CDC6F2F32FFE}" dt="2020-10-25T15:26:26.598" v="5344" actId="1076"/>
          <ac:picMkLst>
            <pc:docMk/>
            <pc:sldMk cId="714993719" sldId="265"/>
            <ac:picMk id="84" creationId="{315779CF-4BC1-4240-BB96-E8084930DED1}"/>
          </ac:picMkLst>
        </pc:picChg>
        <pc:picChg chg="del">
          <ac:chgData name="Timofey" userId="8331e3469a51f782" providerId="LiveId" clId="{DFD3A7A1-6677-42AD-BB63-CDC6F2F32FFE}" dt="2020-10-25T15:27:21.037" v="5353" actId="478"/>
          <ac:picMkLst>
            <pc:docMk/>
            <pc:sldMk cId="714993719" sldId="265"/>
            <ac:picMk id="86" creationId="{56F13C83-A8CA-4C76-A35F-95C4E1EA8342}"/>
          </ac:picMkLst>
        </pc:picChg>
        <pc:picChg chg="del mod">
          <ac:chgData name="Timofey" userId="8331e3469a51f782" providerId="LiveId" clId="{DFD3A7A1-6677-42AD-BB63-CDC6F2F32FFE}" dt="2020-10-25T15:26:50.657" v="5349" actId="478"/>
          <ac:picMkLst>
            <pc:docMk/>
            <pc:sldMk cId="714993719" sldId="265"/>
            <ac:picMk id="88" creationId="{C5D333BE-E0F8-4798-93FC-513A9D10FC4B}"/>
          </ac:picMkLst>
        </pc:picChg>
        <pc:picChg chg="del">
          <ac:chgData name="Timofey" userId="8331e3469a51f782" providerId="LiveId" clId="{DFD3A7A1-6677-42AD-BB63-CDC6F2F32FFE}" dt="2020-10-25T15:28:03.729" v="5363" actId="478"/>
          <ac:picMkLst>
            <pc:docMk/>
            <pc:sldMk cId="714993719" sldId="265"/>
            <ac:picMk id="90" creationId="{763132EC-7F50-46D5-9D77-88DF7AFF18FB}"/>
          </ac:picMkLst>
        </pc:picChg>
        <pc:picChg chg="del">
          <ac:chgData name="Timofey" userId="8331e3469a51f782" providerId="LiveId" clId="{DFD3A7A1-6677-42AD-BB63-CDC6F2F32FFE}" dt="2020-10-25T15:27:01.226" v="5352" actId="478"/>
          <ac:picMkLst>
            <pc:docMk/>
            <pc:sldMk cId="714993719" sldId="265"/>
            <ac:picMk id="94" creationId="{26A17BFE-E8D9-4E9D-ADE3-83CAFDC6E57D}"/>
          </ac:picMkLst>
        </pc:picChg>
        <pc:picChg chg="del">
          <ac:chgData name="Timofey" userId="8331e3469a51f782" providerId="LiveId" clId="{DFD3A7A1-6677-42AD-BB63-CDC6F2F32FFE}" dt="2020-10-25T15:26:56.969" v="5350" actId="478"/>
          <ac:picMkLst>
            <pc:docMk/>
            <pc:sldMk cId="714993719" sldId="265"/>
            <ac:picMk id="96" creationId="{591A80F8-5BB8-4F9C-91FA-E7FF6F7163B6}"/>
          </ac:picMkLst>
        </pc:picChg>
        <pc:picChg chg="del">
          <ac:chgData name="Timofey" userId="8331e3469a51f782" providerId="LiveId" clId="{DFD3A7A1-6677-42AD-BB63-CDC6F2F32FFE}" dt="2020-10-25T15:26:58.280" v="5351" actId="478"/>
          <ac:picMkLst>
            <pc:docMk/>
            <pc:sldMk cId="714993719" sldId="265"/>
            <ac:picMk id="98" creationId="{2914475B-5A6B-467A-A3AA-84F0AAB9E77E}"/>
          </ac:picMkLst>
        </pc:picChg>
        <pc:picChg chg="del">
          <ac:chgData name="Timofey" userId="8331e3469a51f782" providerId="LiveId" clId="{DFD3A7A1-6677-42AD-BB63-CDC6F2F32FFE}" dt="2020-10-25T15:27:44.844" v="5356" actId="478"/>
          <ac:picMkLst>
            <pc:docMk/>
            <pc:sldMk cId="714993719" sldId="265"/>
            <ac:picMk id="104" creationId="{67D13C6A-7120-4DF4-B62C-FC271419D92A}"/>
          </ac:picMkLst>
        </pc:picChg>
        <pc:picChg chg="del">
          <ac:chgData name="Timofey" userId="8331e3469a51f782" providerId="LiveId" clId="{DFD3A7A1-6677-42AD-BB63-CDC6F2F32FFE}" dt="2020-10-25T15:27:41.405" v="5354" actId="478"/>
          <ac:picMkLst>
            <pc:docMk/>
            <pc:sldMk cId="714993719" sldId="265"/>
            <ac:picMk id="106" creationId="{7260EE1C-35FB-466E-8FC7-01B5E0712548}"/>
          </ac:picMkLst>
        </pc:picChg>
        <pc:picChg chg="del mod">
          <ac:chgData name="Timofey" userId="8331e3469a51f782" providerId="LiveId" clId="{DFD3A7A1-6677-42AD-BB63-CDC6F2F32FFE}" dt="2020-10-25T15:26:31.349" v="5346" actId="478"/>
          <ac:picMkLst>
            <pc:docMk/>
            <pc:sldMk cId="714993719" sldId="265"/>
            <ac:picMk id="108" creationId="{6FCE20D1-4816-4A13-AC0F-F273F183C83A}"/>
          </ac:picMkLst>
        </pc:picChg>
      </pc:sldChg>
      <pc:sldChg chg="addSp modSp add mod ord delCm">
        <pc:chgData name="Timofey" userId="8331e3469a51f782" providerId="LiveId" clId="{DFD3A7A1-6677-42AD-BB63-CDC6F2F32FFE}" dt="2020-10-25T16:02:51.351" v="6054" actId="1076"/>
        <pc:sldMkLst>
          <pc:docMk/>
          <pc:sldMk cId="794465523" sldId="266"/>
        </pc:sldMkLst>
        <pc:spChg chg="mod">
          <ac:chgData name="Timofey" userId="8331e3469a51f782" providerId="LiveId" clId="{DFD3A7A1-6677-42AD-BB63-CDC6F2F32FFE}" dt="2020-10-25T15:16:46.268" v="5332"/>
          <ac:spMkLst>
            <pc:docMk/>
            <pc:sldMk cId="794465523" sldId="266"/>
            <ac:spMk id="5" creationId="{4E51DD1C-1314-4933-A4E0-9337D829EEC0}"/>
          </ac:spMkLst>
        </pc:spChg>
        <pc:spChg chg="mod">
          <ac:chgData name="Timofey" userId="8331e3469a51f782" providerId="LiveId" clId="{DFD3A7A1-6677-42AD-BB63-CDC6F2F32FFE}" dt="2020-10-25T16:02:51.351" v="6054" actId="1076"/>
          <ac:spMkLst>
            <pc:docMk/>
            <pc:sldMk cId="794465523" sldId="266"/>
            <ac:spMk id="124" creationId="{00000000-0000-0000-0000-000000000000}"/>
          </ac:spMkLst>
        </pc:spChg>
        <pc:spChg chg="mod">
          <ac:chgData name="Timofey" userId="8331e3469a51f782" providerId="LiveId" clId="{DFD3A7A1-6677-42AD-BB63-CDC6F2F32FFE}" dt="2020-10-25T15:16:16.857" v="5327" actId="12"/>
          <ac:spMkLst>
            <pc:docMk/>
            <pc:sldMk cId="794465523" sldId="266"/>
            <ac:spMk id="125" creationId="{00000000-0000-0000-0000-000000000000}"/>
          </ac:spMkLst>
        </pc:spChg>
        <pc:picChg chg="add mod">
          <ac:chgData name="Timofey" userId="8331e3469a51f782" providerId="LiveId" clId="{DFD3A7A1-6677-42AD-BB63-CDC6F2F32FFE}" dt="2020-10-25T09:28:19.723" v="3544" actId="1076"/>
          <ac:picMkLst>
            <pc:docMk/>
            <pc:sldMk cId="794465523" sldId="266"/>
            <ac:picMk id="3" creationId="{8378AECF-EC5B-4F3B-B635-9914143148D0}"/>
          </ac:picMkLst>
        </pc:picChg>
      </pc:sldChg>
      <pc:sldChg chg="addSp delSp modSp add mod">
        <pc:chgData name="Timofey" userId="8331e3469a51f782" providerId="LiveId" clId="{DFD3A7A1-6677-42AD-BB63-CDC6F2F32FFE}" dt="2020-10-25T11:55:56.719" v="5112" actId="2711"/>
        <pc:sldMkLst>
          <pc:docMk/>
          <pc:sldMk cId="714283257" sldId="267"/>
        </pc:sldMkLst>
        <pc:spChg chg="add mod ord">
          <ac:chgData name="Timofey" userId="8331e3469a51f782" providerId="LiveId" clId="{DFD3A7A1-6677-42AD-BB63-CDC6F2F32FFE}" dt="2020-10-25T09:33:06.234" v="3618"/>
          <ac:spMkLst>
            <pc:docMk/>
            <pc:sldMk cId="714283257" sldId="267"/>
            <ac:spMk id="2" creationId="{D88243EE-D9C0-42D8-8F2A-090882CCBC55}"/>
          </ac:spMkLst>
        </pc:spChg>
        <pc:spChg chg="add del">
          <ac:chgData name="Timofey" userId="8331e3469a51f782" providerId="LiveId" clId="{DFD3A7A1-6677-42AD-BB63-CDC6F2F32FFE}" dt="2020-10-25T09:37:36.554" v="3717" actId="22"/>
          <ac:spMkLst>
            <pc:docMk/>
            <pc:sldMk cId="714283257" sldId="267"/>
            <ac:spMk id="8" creationId="{81F7926C-633A-454D-9DC4-C3E84049F581}"/>
          </ac:spMkLst>
        </pc:spChg>
        <pc:spChg chg="add del">
          <ac:chgData name="Timofey" userId="8331e3469a51f782" providerId="LiveId" clId="{DFD3A7A1-6677-42AD-BB63-CDC6F2F32FFE}" dt="2020-10-25T09:37:36.154" v="3716" actId="22"/>
          <ac:spMkLst>
            <pc:docMk/>
            <pc:sldMk cId="714283257" sldId="267"/>
            <ac:spMk id="9" creationId="{D890444F-634C-4B02-8AD9-2D76276CB65D}"/>
          </ac:spMkLst>
        </pc:spChg>
        <pc:spChg chg="add del">
          <ac:chgData name="Timofey" userId="8331e3469a51f782" providerId="LiveId" clId="{DFD3A7A1-6677-42AD-BB63-CDC6F2F32FFE}" dt="2020-10-25T09:30:23.560" v="3603" actId="478"/>
          <ac:spMkLst>
            <pc:docMk/>
            <pc:sldMk cId="714283257" sldId="267"/>
            <ac:spMk id="10" creationId="{59AAF7AC-D8B3-4D29-AAA7-C3438E254D34}"/>
          </ac:spMkLst>
        </pc:spChg>
        <pc:spChg chg="add mod">
          <ac:chgData name="Timofey" userId="8331e3469a51f782" providerId="LiveId" clId="{DFD3A7A1-6677-42AD-BB63-CDC6F2F32FFE}" dt="2020-10-25T11:55:56.719" v="5112" actId="2711"/>
          <ac:spMkLst>
            <pc:docMk/>
            <pc:sldMk cId="714283257" sldId="267"/>
            <ac:spMk id="11" creationId="{BC7F911B-E576-4F26-B3DA-172BC211CE70}"/>
          </ac:spMkLst>
        </pc:spChg>
        <pc:spChg chg="add del">
          <ac:chgData name="Timofey" userId="8331e3469a51f782" providerId="LiveId" clId="{DFD3A7A1-6677-42AD-BB63-CDC6F2F32FFE}" dt="2020-10-25T09:30:16.750" v="3602" actId="478"/>
          <ac:spMkLst>
            <pc:docMk/>
            <pc:sldMk cId="714283257" sldId="267"/>
            <ac:spMk id="15" creationId="{FAC2BD19-532B-4E7B-BF22-5BE8F846DB4D}"/>
          </ac:spMkLst>
        </pc:spChg>
        <pc:spChg chg="add mod">
          <ac:chgData name="Timofey" userId="8331e3469a51f782" providerId="LiveId" clId="{DFD3A7A1-6677-42AD-BB63-CDC6F2F32FFE}" dt="2020-10-25T10:30:26.966" v="3771" actId="20577"/>
          <ac:spMkLst>
            <pc:docMk/>
            <pc:sldMk cId="714283257" sldId="267"/>
            <ac:spMk id="16" creationId="{BCE8ABDB-1C54-45F2-BB97-5ECEF02E84E7}"/>
          </ac:spMkLst>
        </pc:spChg>
        <pc:spChg chg="add del mod">
          <ac:chgData name="Timofey" userId="8331e3469a51f782" providerId="LiveId" clId="{DFD3A7A1-6677-42AD-BB63-CDC6F2F32FFE}" dt="2020-10-25T09:37:31.162" v="3713" actId="21"/>
          <ac:spMkLst>
            <pc:docMk/>
            <pc:sldMk cId="714283257" sldId="267"/>
            <ac:spMk id="17" creationId="{ECBF6918-2485-415A-B14F-9EE18997E464}"/>
          </ac:spMkLst>
        </pc:spChg>
        <pc:spChg chg="add mod">
          <ac:chgData name="Timofey" userId="8331e3469a51f782" providerId="LiveId" clId="{DFD3A7A1-6677-42AD-BB63-CDC6F2F32FFE}" dt="2020-10-25T09:38:34.640" v="3754" actId="403"/>
          <ac:spMkLst>
            <pc:docMk/>
            <pc:sldMk cId="714283257" sldId="267"/>
            <ac:spMk id="19" creationId="{C69FBA0F-A883-441B-BDBB-B79BD7CBA568}"/>
          </ac:spMkLst>
        </pc:spChg>
        <pc:spChg chg="add del">
          <ac:chgData name="Timofey" userId="8331e3469a51f782" providerId="LiveId" clId="{DFD3A7A1-6677-42AD-BB63-CDC6F2F32FFE}" dt="2020-10-25T09:30:23.560" v="3603" actId="478"/>
          <ac:spMkLst>
            <pc:docMk/>
            <pc:sldMk cId="714283257" sldId="267"/>
            <ac:spMk id="24" creationId="{5A3E027B-8973-461F-BAF6-5F0FD0D78B85}"/>
          </ac:spMkLst>
        </pc:spChg>
        <pc:spChg chg="add del">
          <ac:chgData name="Timofey" userId="8331e3469a51f782" providerId="LiveId" clId="{DFD3A7A1-6677-42AD-BB63-CDC6F2F32FFE}" dt="2020-10-25T09:30:23.560" v="3603" actId="478"/>
          <ac:spMkLst>
            <pc:docMk/>
            <pc:sldMk cId="714283257" sldId="267"/>
            <ac:spMk id="123" creationId="{00000000-0000-0000-0000-000000000000}"/>
          </ac:spMkLst>
        </pc:spChg>
        <pc:spChg chg="add del">
          <ac:chgData name="Timofey" userId="8331e3469a51f782" providerId="LiveId" clId="{DFD3A7A1-6677-42AD-BB63-CDC6F2F32FFE}" dt="2020-10-25T09:30:23.560" v="3603" actId="478"/>
          <ac:spMkLst>
            <pc:docMk/>
            <pc:sldMk cId="714283257" sldId="267"/>
            <ac:spMk id="124" creationId="{00000000-0000-0000-0000-000000000000}"/>
          </ac:spMkLst>
        </pc:spChg>
        <pc:spChg chg="add del">
          <ac:chgData name="Timofey" userId="8331e3469a51f782" providerId="LiveId" clId="{DFD3A7A1-6677-42AD-BB63-CDC6F2F32FFE}" dt="2020-10-25T09:30:23.560" v="3603" actId="478"/>
          <ac:spMkLst>
            <pc:docMk/>
            <pc:sldMk cId="714283257" sldId="267"/>
            <ac:spMk id="125" creationId="{00000000-0000-0000-0000-000000000000}"/>
          </ac:spMkLst>
        </pc:spChg>
        <pc:picChg chg="add mod">
          <ac:chgData name="Timofey" userId="8331e3469a51f782" providerId="LiveId" clId="{DFD3A7A1-6677-42AD-BB63-CDC6F2F32FFE}" dt="2020-10-25T09:38:59.065" v="3755" actId="1076"/>
          <ac:picMkLst>
            <pc:docMk/>
            <pc:sldMk cId="714283257" sldId="267"/>
            <ac:picMk id="3" creationId="{AE10FBE5-9B08-4256-9651-0FB83D69E86A}"/>
          </ac:picMkLst>
        </pc:picChg>
        <pc:picChg chg="add del">
          <ac:chgData name="Timofey" userId="8331e3469a51f782" providerId="LiveId" clId="{DFD3A7A1-6677-42AD-BB63-CDC6F2F32FFE}" dt="2020-10-25T09:30:23.560" v="3603" actId="478"/>
          <ac:picMkLst>
            <pc:docMk/>
            <pc:sldMk cId="714283257" sldId="267"/>
            <ac:picMk id="12" creationId="{A5772F91-E2D8-4B6A-9534-9CF5A19DFC2B}"/>
          </ac:picMkLst>
        </pc:picChg>
        <pc:picChg chg="add del">
          <ac:chgData name="Timofey" userId="8331e3469a51f782" providerId="LiveId" clId="{DFD3A7A1-6677-42AD-BB63-CDC6F2F32FFE}" dt="2020-10-25T09:30:23.560" v="3603" actId="478"/>
          <ac:picMkLst>
            <pc:docMk/>
            <pc:sldMk cId="714283257" sldId="267"/>
            <ac:picMk id="128" creationId="{00000000-0000-0000-0000-000000000000}"/>
          </ac:picMkLst>
        </pc:picChg>
        <pc:cxnChg chg="add del">
          <ac:chgData name="Timofey" userId="8331e3469a51f782" providerId="LiveId" clId="{DFD3A7A1-6677-42AD-BB63-CDC6F2F32FFE}" dt="2020-10-25T09:30:23.560" v="3603" actId="478"/>
          <ac:cxnSpMkLst>
            <pc:docMk/>
            <pc:sldMk cId="714283257" sldId="267"/>
            <ac:cxnSpMk id="4" creationId="{E898F47D-CF82-4ACE-8C0B-FC07D122126C}"/>
          </ac:cxnSpMkLst>
        </pc:cxnChg>
      </pc:sldChg>
      <pc:sldChg chg="addSp delSp modSp add mod ord">
        <pc:chgData name="Timofey" userId="8331e3469a51f782" providerId="LiveId" clId="{DFD3A7A1-6677-42AD-BB63-CDC6F2F32FFE}" dt="2020-10-25T16:02:14.971" v="6049" actId="1076"/>
        <pc:sldMkLst>
          <pc:docMk/>
          <pc:sldMk cId="620038246" sldId="268"/>
        </pc:sldMkLst>
        <pc:spChg chg="add mod">
          <ac:chgData name="Timofey" userId="8331e3469a51f782" providerId="LiveId" clId="{DFD3A7A1-6677-42AD-BB63-CDC6F2F32FFE}" dt="2020-10-25T11:13:45.114" v="4141" actId="207"/>
          <ac:spMkLst>
            <pc:docMk/>
            <pc:sldMk cId="620038246" sldId="268"/>
            <ac:spMk id="13" creationId="{1C47A5CF-11D5-4E7C-8821-51CAF7DA507F}"/>
          </ac:spMkLst>
        </pc:spChg>
        <pc:spChg chg="mod">
          <ac:chgData name="Timofey" userId="8331e3469a51f782" providerId="LiveId" clId="{DFD3A7A1-6677-42AD-BB63-CDC6F2F32FFE}" dt="2020-10-25T16:02:14.971" v="6049" actId="1076"/>
          <ac:spMkLst>
            <pc:docMk/>
            <pc:sldMk cId="620038246" sldId="268"/>
            <ac:spMk id="124" creationId="{00000000-0000-0000-0000-000000000000}"/>
          </ac:spMkLst>
        </pc:spChg>
        <pc:graphicFrameChg chg="add del mod">
          <ac:chgData name="Timofey" userId="8331e3469a51f782" providerId="LiveId" clId="{DFD3A7A1-6677-42AD-BB63-CDC6F2F32FFE}" dt="2020-10-25T11:03:27.937" v="4030"/>
          <ac:graphicFrameMkLst>
            <pc:docMk/>
            <pc:sldMk cId="620038246" sldId="268"/>
            <ac:graphicFrameMk id="11" creationId="{0EB3B3A6-9623-46DF-B7C5-742E096A896D}"/>
          </ac:graphicFrameMkLst>
        </pc:graphicFrameChg>
        <pc:graphicFrameChg chg="add del mod">
          <ac:chgData name="Timofey" userId="8331e3469a51f782" providerId="LiveId" clId="{DFD3A7A1-6677-42AD-BB63-CDC6F2F32FFE}" dt="2020-10-25T11:03:35.778" v="4032" actId="478"/>
          <ac:graphicFrameMkLst>
            <pc:docMk/>
            <pc:sldMk cId="620038246" sldId="268"/>
            <ac:graphicFrameMk id="14" creationId="{DFBA0104-919D-41D4-804B-00C4BDFD2F9E}"/>
          </ac:graphicFrameMkLst>
        </pc:graphicFrameChg>
        <pc:graphicFrameChg chg="add del mod">
          <ac:chgData name="Timofey" userId="8331e3469a51f782" providerId="LiveId" clId="{DFD3A7A1-6677-42AD-BB63-CDC6F2F32FFE}" dt="2020-10-25T11:03:39.864" v="4034"/>
          <ac:graphicFrameMkLst>
            <pc:docMk/>
            <pc:sldMk cId="620038246" sldId="268"/>
            <ac:graphicFrameMk id="16" creationId="{AF309343-CA97-472F-95FE-45DB8338C022}"/>
          </ac:graphicFrameMkLst>
        </pc:graphicFrameChg>
        <pc:graphicFrameChg chg="add del mod">
          <ac:chgData name="Timofey" userId="8331e3469a51f782" providerId="LiveId" clId="{DFD3A7A1-6677-42AD-BB63-CDC6F2F32FFE}" dt="2020-10-25T11:03:47.287" v="4036"/>
          <ac:graphicFrameMkLst>
            <pc:docMk/>
            <pc:sldMk cId="620038246" sldId="268"/>
            <ac:graphicFrameMk id="17" creationId="{1FE9DA07-01AA-456E-A3EE-B2EDC9F4E915}"/>
          </ac:graphicFrameMkLst>
        </pc:graphicFrameChg>
        <pc:picChg chg="add del mod">
          <ac:chgData name="Timofey" userId="8331e3469a51f782" providerId="LiveId" clId="{DFD3A7A1-6677-42AD-BB63-CDC6F2F32FFE}" dt="2020-10-25T10:57:38.495" v="4004" actId="478"/>
          <ac:picMkLst>
            <pc:docMk/>
            <pc:sldMk cId="620038246" sldId="268"/>
            <ac:picMk id="5" creationId="{6949E264-BB8F-47F1-A238-0F466055CAF7}"/>
          </ac:picMkLst>
        </pc:picChg>
        <pc:picChg chg="add mod modCrop">
          <ac:chgData name="Timofey" userId="8331e3469a51f782" providerId="LiveId" clId="{DFD3A7A1-6677-42AD-BB63-CDC6F2F32FFE}" dt="2020-10-25T11:05:50.941" v="4050" actId="1076"/>
          <ac:picMkLst>
            <pc:docMk/>
            <pc:sldMk cId="620038246" sldId="268"/>
            <ac:picMk id="7" creationId="{DF2CEB49-688A-4171-86BB-9DC8700E6589}"/>
          </ac:picMkLst>
        </pc:picChg>
        <pc:picChg chg="add del mod modCrop">
          <ac:chgData name="Timofey" userId="8331e3469a51f782" providerId="LiveId" clId="{DFD3A7A1-6677-42AD-BB63-CDC6F2F32FFE}" dt="2020-10-25T11:02:04.797" v="4028"/>
          <ac:picMkLst>
            <pc:docMk/>
            <pc:sldMk cId="620038246" sldId="268"/>
            <ac:picMk id="9" creationId="{E9600AE0-8E67-4451-A117-CFD815F5E521}"/>
          </ac:picMkLst>
        </pc:picChg>
        <pc:picChg chg="add mod">
          <ac:chgData name="Timofey" userId="8331e3469a51f782" providerId="LiveId" clId="{DFD3A7A1-6677-42AD-BB63-CDC6F2F32FFE}" dt="2020-10-25T11:05:47.389" v="4049" actId="1076"/>
          <ac:picMkLst>
            <pc:docMk/>
            <pc:sldMk cId="620038246" sldId="268"/>
            <ac:picMk id="19" creationId="{34144637-2A6C-4E48-9699-CBA5458F5CB8}"/>
          </ac:picMkLst>
        </pc:picChg>
        <pc:picChg chg="add mod">
          <ac:chgData name="Timofey" userId="8331e3469a51f782" providerId="LiveId" clId="{DFD3A7A1-6677-42AD-BB63-CDC6F2F32FFE}" dt="2020-10-25T11:05:41.770" v="4048" actId="1076"/>
          <ac:picMkLst>
            <pc:docMk/>
            <pc:sldMk cId="620038246" sldId="268"/>
            <ac:picMk id="21" creationId="{568FF7B7-3E9B-4F30-8E0E-9206067E2E63}"/>
          </ac:picMkLst>
        </pc:picChg>
        <pc:picChg chg="add mod">
          <ac:chgData name="Timofey" userId="8331e3469a51f782" providerId="LiveId" clId="{DFD3A7A1-6677-42AD-BB63-CDC6F2F32FFE}" dt="2020-10-25T11:09:41.475" v="4086" actId="1076"/>
          <ac:picMkLst>
            <pc:docMk/>
            <pc:sldMk cId="620038246" sldId="268"/>
            <ac:picMk id="22" creationId="{97BE0FB3-DE3A-4546-BFEB-DFB94666C0E4}"/>
          </ac:picMkLst>
        </pc:picChg>
        <pc:picChg chg="add del mod">
          <ac:chgData name="Timofey" userId="8331e3469a51f782" providerId="LiveId" clId="{DFD3A7A1-6677-42AD-BB63-CDC6F2F32FFE}" dt="2020-10-25T11:06:46.125" v="4055" actId="478"/>
          <ac:picMkLst>
            <pc:docMk/>
            <pc:sldMk cId="620038246" sldId="268"/>
            <ac:picMk id="23" creationId="{CCFE0935-3B62-40F8-B471-ADECA05DEE2F}"/>
          </ac:picMkLst>
        </pc:picChg>
        <pc:picChg chg="add mod ord modCrop">
          <ac:chgData name="Timofey" userId="8331e3469a51f782" providerId="LiveId" clId="{DFD3A7A1-6677-42AD-BB63-CDC6F2F32FFE}" dt="2020-10-25T11:09:53.784" v="4089" actId="167"/>
          <ac:picMkLst>
            <pc:docMk/>
            <pc:sldMk cId="620038246" sldId="268"/>
            <ac:picMk id="26" creationId="{EC79C14F-0742-4036-9E5E-1AB0C035A4EC}"/>
          </ac:picMkLst>
        </pc:picChg>
        <pc:picChg chg="add mod">
          <ac:chgData name="Timofey" userId="8331e3469a51f782" providerId="LiveId" clId="{DFD3A7A1-6677-42AD-BB63-CDC6F2F32FFE}" dt="2020-10-25T11:10:05.070" v="4090" actId="1076"/>
          <ac:picMkLst>
            <pc:docMk/>
            <pc:sldMk cId="620038246" sldId="268"/>
            <ac:picMk id="28" creationId="{E48E5B89-7E97-45C5-BE5E-C8C2B35DD28B}"/>
          </ac:picMkLst>
        </pc:picChg>
        <pc:picChg chg="add mod">
          <ac:chgData name="Timofey" userId="8331e3469a51f782" providerId="LiveId" clId="{DFD3A7A1-6677-42AD-BB63-CDC6F2F32FFE}" dt="2020-10-25T11:09:34.832" v="4084" actId="1076"/>
          <ac:picMkLst>
            <pc:docMk/>
            <pc:sldMk cId="620038246" sldId="268"/>
            <ac:picMk id="30" creationId="{FC2825E7-3AAF-431F-8FED-FA569B2627A6}"/>
          </ac:picMkLst>
        </pc:picChg>
        <pc:picChg chg="add del mod">
          <ac:chgData name="Timofey" userId="8331e3469a51f782" providerId="LiveId" clId="{DFD3A7A1-6677-42AD-BB63-CDC6F2F32FFE}" dt="2020-10-25T11:09:23.722" v="4081" actId="478"/>
          <ac:picMkLst>
            <pc:docMk/>
            <pc:sldMk cId="620038246" sldId="268"/>
            <ac:picMk id="32" creationId="{8F06586E-A7C8-4A38-A023-F81A8E397A83}"/>
          </ac:picMkLst>
        </pc:picChg>
        <pc:picChg chg="add mod">
          <ac:chgData name="Timofey" userId="8331e3469a51f782" providerId="LiveId" clId="{DFD3A7A1-6677-42AD-BB63-CDC6F2F32FFE}" dt="2020-10-25T11:09:46.880" v="4087" actId="1076"/>
          <ac:picMkLst>
            <pc:docMk/>
            <pc:sldMk cId="620038246" sldId="268"/>
            <ac:picMk id="36" creationId="{9CF22048-1220-40F8-A255-7E1F955DCB58}"/>
          </ac:picMkLst>
        </pc:picChg>
      </pc:sldChg>
      <pc:sldChg chg="new del">
        <pc:chgData name="Timofey" userId="8331e3469a51f782" providerId="LiveId" clId="{DFD3A7A1-6677-42AD-BB63-CDC6F2F32FFE}" dt="2020-10-25T09:37:07.807" v="3685" actId="680"/>
        <pc:sldMkLst>
          <pc:docMk/>
          <pc:sldMk cId="3568699799" sldId="268"/>
        </pc:sldMkLst>
      </pc:sldChg>
      <pc:sldChg chg="addSp delSp modSp add mod">
        <pc:chgData name="Timofey" userId="8331e3469a51f782" providerId="LiveId" clId="{DFD3A7A1-6677-42AD-BB63-CDC6F2F32FFE}" dt="2020-10-25T16:02:08.209" v="6048" actId="1076"/>
        <pc:sldMkLst>
          <pc:docMk/>
          <pc:sldMk cId="1246760502" sldId="269"/>
        </pc:sldMkLst>
        <pc:spChg chg="add mod">
          <ac:chgData name="Timofey" userId="8331e3469a51f782" providerId="LiveId" clId="{DFD3A7A1-6677-42AD-BB63-CDC6F2F32FFE}" dt="2020-10-25T11:17:19.754" v="4189" actId="20577"/>
          <ac:spMkLst>
            <pc:docMk/>
            <pc:sldMk cId="1246760502" sldId="269"/>
            <ac:spMk id="13" creationId="{FCCE27B4-2F4E-44D9-B2FA-9CE498FC07F4}"/>
          </ac:spMkLst>
        </pc:spChg>
        <pc:spChg chg="mod">
          <ac:chgData name="Timofey" userId="8331e3469a51f782" providerId="LiveId" clId="{DFD3A7A1-6677-42AD-BB63-CDC6F2F32FFE}" dt="2020-10-25T16:02:08.209" v="6048" actId="1076"/>
          <ac:spMkLst>
            <pc:docMk/>
            <pc:sldMk cId="1246760502" sldId="269"/>
            <ac:spMk id="124" creationId="{00000000-0000-0000-0000-000000000000}"/>
          </ac:spMkLst>
        </pc:spChg>
        <pc:picChg chg="add mod">
          <ac:chgData name="Timofey" userId="8331e3469a51f782" providerId="LiveId" clId="{DFD3A7A1-6677-42AD-BB63-CDC6F2F32FFE}" dt="2020-10-25T11:31:02.104" v="4256" actId="1076"/>
          <ac:picMkLst>
            <pc:docMk/>
            <pc:sldMk cId="1246760502" sldId="269"/>
            <ac:picMk id="3" creationId="{D4B0D570-D55A-4C2D-9573-EC7800CA53AD}"/>
          </ac:picMkLst>
        </pc:picChg>
        <pc:picChg chg="add del">
          <ac:chgData name="Timofey" userId="8331e3469a51f782" providerId="LiveId" clId="{DFD3A7A1-6677-42AD-BB63-CDC6F2F32FFE}" dt="2020-10-25T11:19:31.014" v="4197" actId="478"/>
          <ac:picMkLst>
            <pc:docMk/>
            <pc:sldMk cId="1246760502" sldId="269"/>
            <ac:picMk id="5" creationId="{8B9C413D-6C2B-42F0-925B-EAB202EBF68A}"/>
          </ac:picMkLst>
        </pc:picChg>
        <pc:picChg chg="add mod modCrop">
          <ac:chgData name="Timofey" userId="8331e3469a51f782" providerId="LiveId" clId="{DFD3A7A1-6677-42AD-BB63-CDC6F2F32FFE}" dt="2020-10-25T11:31:13.008" v="4257" actId="1076"/>
          <ac:picMkLst>
            <pc:docMk/>
            <pc:sldMk cId="1246760502" sldId="269"/>
            <ac:picMk id="7" creationId="{110C31CD-6900-4FDE-A8D3-FE405562EF8A}"/>
          </ac:picMkLst>
        </pc:picChg>
        <pc:picChg chg="add mod">
          <ac:chgData name="Timofey" userId="8331e3469a51f782" providerId="LiveId" clId="{DFD3A7A1-6677-42AD-BB63-CDC6F2F32FFE}" dt="2020-10-25T11:22:02.067" v="4215" actId="1076"/>
          <ac:picMkLst>
            <pc:docMk/>
            <pc:sldMk cId="1246760502" sldId="269"/>
            <ac:picMk id="8" creationId="{01E2F537-42CA-4C06-9F53-337B584864C8}"/>
          </ac:picMkLst>
        </pc:picChg>
        <pc:picChg chg="add mod modCrop">
          <ac:chgData name="Timofey" userId="8331e3469a51f782" providerId="LiveId" clId="{DFD3A7A1-6677-42AD-BB63-CDC6F2F32FFE}" dt="2020-10-25T11:31:19.175" v="4258" actId="1076"/>
          <ac:picMkLst>
            <pc:docMk/>
            <pc:sldMk cId="1246760502" sldId="269"/>
            <ac:picMk id="11" creationId="{C40CE519-0613-4F67-8A26-9E0D2F31AF73}"/>
          </ac:picMkLst>
        </pc:picChg>
        <pc:picChg chg="add mod">
          <ac:chgData name="Timofey" userId="8331e3469a51f782" providerId="LiveId" clId="{DFD3A7A1-6677-42AD-BB63-CDC6F2F32FFE}" dt="2020-10-25T11:30:48.496" v="4253" actId="1076"/>
          <ac:picMkLst>
            <pc:docMk/>
            <pc:sldMk cId="1246760502" sldId="269"/>
            <ac:picMk id="18" creationId="{049F9ECE-6FEC-4CDA-844D-E97340106708}"/>
          </ac:picMkLst>
        </pc:picChg>
        <pc:picChg chg="add del mod modCrop">
          <ac:chgData name="Timofey" userId="8331e3469a51f782" providerId="LiveId" clId="{DFD3A7A1-6677-42AD-BB63-CDC6F2F32FFE}" dt="2020-10-25T11:27:11.154" v="4227" actId="21"/>
          <ac:picMkLst>
            <pc:docMk/>
            <pc:sldMk cId="1246760502" sldId="269"/>
            <ac:picMk id="21" creationId="{C54B2899-8575-4F4A-8882-912615B8E00B}"/>
          </ac:picMkLst>
        </pc:picChg>
        <pc:picChg chg="add mod modCrop">
          <ac:chgData name="Timofey" userId="8331e3469a51f782" providerId="LiveId" clId="{DFD3A7A1-6677-42AD-BB63-CDC6F2F32FFE}" dt="2020-10-25T11:30:58.253" v="4255" actId="1076"/>
          <ac:picMkLst>
            <pc:docMk/>
            <pc:sldMk cId="1246760502" sldId="269"/>
            <ac:picMk id="23" creationId="{C8289FF2-A3FA-4408-AF64-9793C89AB730}"/>
          </ac:picMkLst>
        </pc:picChg>
        <pc:picChg chg="add mod modCrop">
          <ac:chgData name="Timofey" userId="8331e3469a51f782" providerId="LiveId" clId="{DFD3A7A1-6677-42AD-BB63-CDC6F2F32FFE}" dt="2020-10-25T11:29:38.078" v="4240" actId="1076"/>
          <ac:picMkLst>
            <pc:docMk/>
            <pc:sldMk cId="1246760502" sldId="269"/>
            <ac:picMk id="26" creationId="{9D335F50-A1D1-4990-8118-FE71484FFA02}"/>
          </ac:picMkLst>
        </pc:picChg>
        <pc:picChg chg="add mod">
          <ac:chgData name="Timofey" userId="8331e3469a51f782" providerId="LiveId" clId="{DFD3A7A1-6677-42AD-BB63-CDC6F2F32FFE}" dt="2020-10-25T11:30:15.148" v="4242" actId="1076"/>
          <ac:picMkLst>
            <pc:docMk/>
            <pc:sldMk cId="1246760502" sldId="269"/>
            <ac:picMk id="28" creationId="{50CE72A5-6823-424E-BD93-A8AFD2A2107F}"/>
          </ac:picMkLst>
        </pc:picChg>
      </pc:sldChg>
      <pc:sldChg chg="addSp modSp add mod ord">
        <pc:chgData name="Timofey" userId="8331e3469a51f782" providerId="LiveId" clId="{DFD3A7A1-6677-42AD-BB63-CDC6F2F32FFE}" dt="2020-10-25T16:01:49.134" v="6045" actId="1076"/>
        <pc:sldMkLst>
          <pc:docMk/>
          <pc:sldMk cId="2560081867" sldId="270"/>
        </pc:sldMkLst>
        <pc:spChg chg="add mod">
          <ac:chgData name="Timofey" userId="8331e3469a51f782" providerId="LiveId" clId="{DFD3A7A1-6677-42AD-BB63-CDC6F2F32FFE}" dt="2020-10-25T15:34:20.198" v="5404" actId="20577"/>
          <ac:spMkLst>
            <pc:docMk/>
            <pc:sldMk cId="2560081867" sldId="270"/>
            <ac:spMk id="13" creationId="{B7EA2E41-A340-483E-A948-CF4FBDCE785F}"/>
          </ac:spMkLst>
        </pc:spChg>
        <pc:spChg chg="mod">
          <ac:chgData name="Timofey" userId="8331e3469a51f782" providerId="LiveId" clId="{DFD3A7A1-6677-42AD-BB63-CDC6F2F32FFE}" dt="2020-10-25T16:01:49.134" v="6045" actId="1076"/>
          <ac:spMkLst>
            <pc:docMk/>
            <pc:sldMk cId="2560081867" sldId="270"/>
            <ac:spMk id="124" creationId="{00000000-0000-0000-0000-000000000000}"/>
          </ac:spMkLst>
        </pc:spChg>
        <pc:graphicFrameChg chg="add mod modGraphic">
          <ac:chgData name="Timofey" userId="8331e3469a51f782" providerId="LiveId" clId="{DFD3A7A1-6677-42AD-BB63-CDC6F2F32FFE}" dt="2020-10-25T15:40:54.674" v="5445" actId="1036"/>
          <ac:graphicFrameMkLst>
            <pc:docMk/>
            <pc:sldMk cId="2560081867" sldId="270"/>
            <ac:graphicFrameMk id="3" creationId="{68BDF256-A793-44BA-BC51-0665444EFD0A}"/>
          </ac:graphicFrameMkLst>
        </pc:graphicFrameChg>
      </pc:sldChg>
      <pc:sldChg chg="addSp delSp modSp add mod ord">
        <pc:chgData name="Timofey" userId="8331e3469a51f782" providerId="LiveId" clId="{DFD3A7A1-6677-42AD-BB63-CDC6F2F32FFE}" dt="2020-10-25T16:01:39.806" v="6044" actId="1076"/>
        <pc:sldMkLst>
          <pc:docMk/>
          <pc:sldMk cId="2654577541" sldId="271"/>
        </pc:sldMkLst>
        <pc:spChg chg="mod">
          <ac:chgData name="Timofey" userId="8331e3469a51f782" providerId="LiveId" clId="{DFD3A7A1-6677-42AD-BB63-CDC6F2F32FFE}" dt="2020-10-25T16:01:39.806" v="6044" actId="1076"/>
          <ac:spMkLst>
            <pc:docMk/>
            <pc:sldMk cId="2654577541" sldId="271"/>
            <ac:spMk id="124" creationId="{00000000-0000-0000-0000-000000000000}"/>
          </ac:spMkLst>
        </pc:spChg>
        <pc:picChg chg="add mod ord">
          <ac:chgData name="Timofey" userId="8331e3469a51f782" providerId="LiveId" clId="{DFD3A7A1-6677-42AD-BB63-CDC6F2F32FFE}" dt="2020-10-25T14:05:46.020" v="5167" actId="14100"/>
          <ac:picMkLst>
            <pc:docMk/>
            <pc:sldMk cId="2654577541" sldId="271"/>
            <ac:picMk id="3" creationId="{0DADBBDD-0DEC-4ECF-8547-3E84814E0253}"/>
          </ac:picMkLst>
        </pc:picChg>
        <pc:picChg chg="add mod modCrop">
          <ac:chgData name="Timofey" userId="8331e3469a51f782" providerId="LiveId" clId="{DFD3A7A1-6677-42AD-BB63-CDC6F2F32FFE}" dt="2020-10-25T14:05:37.565" v="5165" actId="1076"/>
          <ac:picMkLst>
            <pc:docMk/>
            <pc:sldMk cId="2654577541" sldId="271"/>
            <ac:picMk id="11" creationId="{AA9D45C4-0A56-421B-87A1-AEC0E3F06124}"/>
          </ac:picMkLst>
        </pc:picChg>
        <pc:picChg chg="add del mod ord modCrop">
          <ac:chgData name="Timofey" userId="8331e3469a51f782" providerId="LiveId" clId="{DFD3A7A1-6677-42AD-BB63-CDC6F2F32FFE}" dt="2020-10-25T14:05:05.706" v="5157" actId="478"/>
          <ac:picMkLst>
            <pc:docMk/>
            <pc:sldMk cId="2654577541" sldId="271"/>
            <ac:picMk id="13" creationId="{932FA966-DF83-4589-8EE4-D0FC2DC7EB46}"/>
          </ac:picMkLst>
        </pc:picChg>
      </pc:sldChg>
      <pc:sldChg chg="addSp delSp modSp add mod ord">
        <pc:chgData name="Timofey" userId="8331e3469a51f782" providerId="LiveId" clId="{DFD3A7A1-6677-42AD-BB63-CDC6F2F32FFE}" dt="2020-10-25T15:49:23.877" v="5614"/>
        <pc:sldMkLst>
          <pc:docMk/>
          <pc:sldMk cId="2663831071" sldId="272"/>
        </pc:sldMkLst>
        <pc:spChg chg="mod">
          <ac:chgData name="Timofey" userId="8331e3469a51f782" providerId="LiveId" clId="{DFD3A7A1-6677-42AD-BB63-CDC6F2F32FFE}" dt="2020-10-25T15:03:29.747" v="5311" actId="20577"/>
          <ac:spMkLst>
            <pc:docMk/>
            <pc:sldMk cId="2663831071" sldId="272"/>
            <ac:spMk id="124" creationId="{00000000-0000-0000-0000-000000000000}"/>
          </ac:spMkLst>
        </pc:spChg>
        <pc:graphicFrameChg chg="add del mod modGraphic">
          <ac:chgData name="Timofey" userId="8331e3469a51f782" providerId="LiveId" clId="{DFD3A7A1-6677-42AD-BB63-CDC6F2F32FFE}" dt="2020-10-25T14:34:39.447" v="5213" actId="21"/>
          <ac:graphicFrameMkLst>
            <pc:docMk/>
            <pc:sldMk cId="2663831071" sldId="272"/>
            <ac:graphicFrameMk id="2" creationId="{3A910C31-F1B3-46B5-9028-210B91C412BF}"/>
          </ac:graphicFrameMkLst>
        </pc:graphicFrameChg>
        <pc:graphicFrameChg chg="add mod modGraphic">
          <ac:chgData name="Timofey" userId="8331e3469a51f782" providerId="LiveId" clId="{DFD3A7A1-6677-42AD-BB63-CDC6F2F32FFE}" dt="2020-10-25T15:36:51.349" v="5405" actId="12385"/>
          <ac:graphicFrameMkLst>
            <pc:docMk/>
            <pc:sldMk cId="2663831071" sldId="272"/>
            <ac:graphicFrameMk id="3" creationId="{2CEBC72C-A035-40BD-9B24-7B91F4AB92E0}"/>
          </ac:graphicFrameMkLst>
        </pc:graphicFrameChg>
      </pc:sldChg>
      <pc:sldChg chg="delSp modSp mod">
        <pc:chgData name="Timofey" userId="8331e3469a51f782" providerId="LiveId" clId="{DFD3A7A1-6677-42AD-BB63-CDC6F2F32FFE}" dt="2020-10-25T17:01:05.575" v="6902" actId="20577"/>
        <pc:sldMkLst>
          <pc:docMk/>
          <pc:sldMk cId="4019798891" sldId="273"/>
        </pc:sldMkLst>
        <pc:spChg chg="del mod">
          <ac:chgData name="Timofey" userId="8331e3469a51f782" providerId="LiveId" clId="{DFD3A7A1-6677-42AD-BB63-CDC6F2F32FFE}" dt="2020-10-25T16:58:34.569" v="6841" actId="21"/>
          <ac:spMkLst>
            <pc:docMk/>
            <pc:sldMk cId="4019798891" sldId="273"/>
            <ac:spMk id="2" creationId="{5924957E-F495-4348-B1B4-B116FE0F1B7D}"/>
          </ac:spMkLst>
        </pc:spChg>
        <pc:spChg chg="mod">
          <ac:chgData name="Timofey" userId="8331e3469a51f782" providerId="LiveId" clId="{DFD3A7A1-6677-42AD-BB63-CDC6F2F32FFE}" dt="2020-10-25T16:12:19.324" v="6057" actId="1076"/>
          <ac:spMkLst>
            <pc:docMk/>
            <pc:sldMk cId="4019798891" sldId="273"/>
            <ac:spMk id="124" creationId="{00000000-0000-0000-0000-000000000000}"/>
          </ac:spMkLst>
        </pc:spChg>
        <pc:spChg chg="mod">
          <ac:chgData name="Timofey" userId="8331e3469a51f782" providerId="LiveId" clId="{DFD3A7A1-6677-42AD-BB63-CDC6F2F32FFE}" dt="2020-10-25T17:01:05.575" v="6902" actId="20577"/>
          <ac:spMkLst>
            <pc:docMk/>
            <pc:sldMk cId="4019798891" sldId="273"/>
            <ac:spMk id="125" creationId="{00000000-0000-0000-0000-000000000000}"/>
          </ac:spMkLst>
        </pc:spChg>
      </pc:sldChg>
      <pc:sldChg chg="addSp modSp mod ord">
        <pc:chgData name="Timofey" userId="8331e3469a51f782" providerId="LiveId" clId="{DFD3A7A1-6677-42AD-BB63-CDC6F2F32FFE}" dt="2020-10-25T16:01:32.381" v="6043" actId="1076"/>
        <pc:sldMkLst>
          <pc:docMk/>
          <pc:sldMk cId="1904845782" sldId="274"/>
        </pc:sldMkLst>
        <pc:spChg chg="add mod">
          <ac:chgData name="Timofey" userId="8331e3469a51f782" providerId="LiveId" clId="{DFD3A7A1-6677-42AD-BB63-CDC6F2F32FFE}" dt="2020-10-25T15:59:09.756" v="5985" actId="403"/>
          <ac:spMkLst>
            <pc:docMk/>
            <pc:sldMk cId="1904845782" sldId="274"/>
            <ac:spMk id="14" creationId="{F8B67A2E-225B-4A17-984D-34F8FD3935E8}"/>
          </ac:spMkLst>
        </pc:spChg>
        <pc:spChg chg="mod">
          <ac:chgData name="Timofey" userId="8331e3469a51f782" providerId="LiveId" clId="{DFD3A7A1-6677-42AD-BB63-CDC6F2F32FFE}" dt="2020-10-25T16:01:32.381" v="6043" actId="1076"/>
          <ac:spMkLst>
            <pc:docMk/>
            <pc:sldMk cId="1904845782" sldId="274"/>
            <ac:spMk id="124" creationId="{00000000-0000-0000-0000-000000000000}"/>
          </ac:spMkLst>
        </pc:spChg>
      </pc:sldChg>
      <pc:sldChg chg="addSp delSp modSp mod">
        <pc:chgData name="Timofey" userId="8331e3469a51f782" providerId="LiveId" clId="{DFD3A7A1-6677-42AD-BB63-CDC6F2F32FFE}" dt="2020-10-25T17:29:02.531" v="7506" actId="14100"/>
        <pc:sldMkLst>
          <pc:docMk/>
          <pc:sldMk cId="2079825287" sldId="275"/>
        </pc:sldMkLst>
        <pc:spChg chg="mod">
          <ac:chgData name="Timofey" userId="8331e3469a51f782" providerId="LiveId" clId="{DFD3A7A1-6677-42AD-BB63-CDC6F2F32FFE}" dt="2020-10-25T15:05:35.177" v="5317" actId="20577"/>
          <ac:spMkLst>
            <pc:docMk/>
            <pc:sldMk cId="2079825287" sldId="275"/>
            <ac:spMk id="2" creationId="{D2C814DA-4693-4FE5-BF32-B59E872C929B}"/>
          </ac:spMkLst>
        </pc:spChg>
        <pc:spChg chg="add mod">
          <ac:chgData name="Timofey" userId="8331e3469a51f782" providerId="LiveId" clId="{DFD3A7A1-6677-42AD-BB63-CDC6F2F32FFE}" dt="2020-10-25T17:28:56.017" v="7505" actId="20577"/>
          <ac:spMkLst>
            <pc:docMk/>
            <pc:sldMk cId="2079825287" sldId="275"/>
            <ac:spMk id="3" creationId="{D0B9FF6F-D513-4B07-8272-817531F80248}"/>
          </ac:spMkLst>
        </pc:spChg>
        <pc:spChg chg="add del">
          <ac:chgData name="Timofey" userId="8331e3469a51f782" providerId="LiveId" clId="{DFD3A7A1-6677-42AD-BB63-CDC6F2F32FFE}" dt="2020-10-25T17:14:43.256" v="7330"/>
          <ac:spMkLst>
            <pc:docMk/>
            <pc:sldMk cId="2079825287" sldId="275"/>
            <ac:spMk id="5" creationId="{48795A91-CB79-45AD-988D-978E2B62AFF8}"/>
          </ac:spMkLst>
        </pc:spChg>
        <pc:spChg chg="add del">
          <ac:chgData name="Timofey" userId="8331e3469a51f782" providerId="LiveId" clId="{DFD3A7A1-6677-42AD-BB63-CDC6F2F32FFE}" dt="2020-10-25T17:14:43.256" v="7330"/>
          <ac:spMkLst>
            <pc:docMk/>
            <pc:sldMk cId="2079825287" sldId="275"/>
            <ac:spMk id="6" creationId="{59EEEBF1-B6BC-48FB-AC62-00E9FF3C6B06}"/>
          </ac:spMkLst>
        </pc:spChg>
        <pc:spChg chg="add del">
          <ac:chgData name="Timofey" userId="8331e3469a51f782" providerId="LiveId" clId="{DFD3A7A1-6677-42AD-BB63-CDC6F2F32FFE}" dt="2020-10-25T17:18:36.566" v="7337"/>
          <ac:spMkLst>
            <pc:docMk/>
            <pc:sldMk cId="2079825287" sldId="275"/>
            <ac:spMk id="8" creationId="{B2784F2E-185B-412B-8DAF-557C73EDF122}"/>
          </ac:spMkLst>
        </pc:spChg>
        <pc:spChg chg="add del">
          <ac:chgData name="Timofey" userId="8331e3469a51f782" providerId="LiveId" clId="{DFD3A7A1-6677-42AD-BB63-CDC6F2F32FFE}" dt="2020-10-25T17:18:42.645" v="7342"/>
          <ac:spMkLst>
            <pc:docMk/>
            <pc:sldMk cId="2079825287" sldId="275"/>
            <ac:spMk id="9" creationId="{2B71579A-0A63-489A-B6C7-49355A759EA6}"/>
          </ac:spMkLst>
        </pc:spChg>
        <pc:spChg chg="add del">
          <ac:chgData name="Timofey" userId="8331e3469a51f782" providerId="LiveId" clId="{DFD3A7A1-6677-42AD-BB63-CDC6F2F32FFE}" dt="2020-10-25T17:12:21.988" v="7274" actId="22"/>
          <ac:spMkLst>
            <pc:docMk/>
            <pc:sldMk cId="2079825287" sldId="275"/>
            <ac:spMk id="13" creationId="{D74653B9-7E06-4CE6-89CC-062B8D2B9C57}"/>
          </ac:spMkLst>
        </pc:spChg>
        <pc:spChg chg="mod ord">
          <ac:chgData name="Timofey" userId="8331e3469a51f782" providerId="LiveId" clId="{DFD3A7A1-6677-42AD-BB63-CDC6F2F32FFE}" dt="2020-10-25T17:27:44.528" v="7493" actId="20577"/>
          <ac:spMkLst>
            <pc:docMk/>
            <pc:sldMk cId="2079825287" sldId="275"/>
            <ac:spMk id="16" creationId="{2082510D-AD2B-4517-B758-D401676995E7}"/>
          </ac:spMkLst>
        </pc:spChg>
        <pc:spChg chg="mod">
          <ac:chgData name="Timofey" userId="8331e3469a51f782" providerId="LiveId" clId="{DFD3A7A1-6677-42AD-BB63-CDC6F2F32FFE}" dt="2020-10-25T17:02:45.712" v="6960" actId="20577"/>
          <ac:spMkLst>
            <pc:docMk/>
            <pc:sldMk cId="2079825287" sldId="275"/>
            <ac:spMk id="124" creationId="{00000000-0000-0000-0000-000000000000}"/>
          </ac:spMkLst>
        </pc:spChg>
        <pc:picChg chg="add mod ord">
          <ac:chgData name="Timofey" userId="8331e3469a51f782" providerId="LiveId" clId="{DFD3A7A1-6677-42AD-BB63-CDC6F2F32FFE}" dt="2020-10-25T17:29:02.531" v="7506" actId="14100"/>
          <ac:picMkLst>
            <pc:docMk/>
            <pc:sldMk cId="2079825287" sldId="275"/>
            <ac:picMk id="7" creationId="{810A97DF-5DB8-4328-A252-C2558A4C2320}"/>
          </ac:picMkLst>
        </pc:picChg>
      </pc:sldChg>
      <pc:sldChg chg="modSp add mod ord">
        <pc:chgData name="Timofey" userId="8331e3469a51f782" providerId="LiveId" clId="{DFD3A7A1-6677-42AD-BB63-CDC6F2F32FFE}" dt="2020-10-25T17:45:36.709" v="8650" actId="20577"/>
        <pc:sldMkLst>
          <pc:docMk/>
          <pc:sldMk cId="348129465" sldId="276"/>
        </pc:sldMkLst>
        <pc:spChg chg="mod">
          <ac:chgData name="Timofey" userId="8331e3469a51f782" providerId="LiveId" clId="{DFD3A7A1-6677-42AD-BB63-CDC6F2F32FFE}" dt="2020-10-25T17:22:05.461" v="7429" actId="20577"/>
          <ac:spMkLst>
            <pc:docMk/>
            <pc:sldMk cId="348129465" sldId="276"/>
            <ac:spMk id="124" creationId="{00000000-0000-0000-0000-000000000000}"/>
          </ac:spMkLst>
        </pc:spChg>
        <pc:spChg chg="mod">
          <ac:chgData name="Timofey" userId="8331e3469a51f782" providerId="LiveId" clId="{DFD3A7A1-6677-42AD-BB63-CDC6F2F32FFE}" dt="2020-10-25T17:45:36.709" v="8650" actId="20577"/>
          <ac:spMkLst>
            <pc:docMk/>
            <pc:sldMk cId="348129465" sldId="276"/>
            <ac:spMk id="125" creationId="{00000000-0000-0000-0000-000000000000}"/>
          </ac:spMkLst>
        </pc:spChg>
      </pc:sldChg>
      <pc:sldMasterChg chg="del delSldLayout">
        <pc:chgData name="Timofey" userId="8331e3469a51f782" providerId="LiveId" clId="{DFD3A7A1-6677-42AD-BB63-CDC6F2F32FFE}" dt="2020-10-25T00:47:25.958" v="4" actId="2696"/>
        <pc:sldMasterMkLst>
          <pc:docMk/>
          <pc:sldMasterMk cId="3154979492" sldId="2147483648"/>
        </pc:sldMasterMkLst>
        <pc:sldLayoutChg chg="del">
          <pc:chgData name="Timofey" userId="8331e3469a51f782" providerId="LiveId" clId="{DFD3A7A1-6677-42AD-BB63-CDC6F2F32FFE}" dt="2020-10-25T00:47:25.958" v="4" actId="2696"/>
          <pc:sldLayoutMkLst>
            <pc:docMk/>
            <pc:sldMasterMk cId="3154979492" sldId="2147483648"/>
            <pc:sldLayoutMk cId="161079921" sldId="2147483649"/>
          </pc:sldLayoutMkLst>
        </pc:sldLayoutChg>
        <pc:sldLayoutChg chg="del">
          <pc:chgData name="Timofey" userId="8331e3469a51f782" providerId="LiveId" clId="{DFD3A7A1-6677-42AD-BB63-CDC6F2F32FFE}" dt="2020-10-25T00:47:25.958" v="4" actId="2696"/>
          <pc:sldLayoutMkLst>
            <pc:docMk/>
            <pc:sldMasterMk cId="3154979492" sldId="2147483648"/>
            <pc:sldLayoutMk cId="2703711724" sldId="2147483650"/>
          </pc:sldLayoutMkLst>
        </pc:sldLayoutChg>
        <pc:sldLayoutChg chg="del">
          <pc:chgData name="Timofey" userId="8331e3469a51f782" providerId="LiveId" clId="{DFD3A7A1-6677-42AD-BB63-CDC6F2F32FFE}" dt="2020-10-25T00:47:25.958" v="4" actId="2696"/>
          <pc:sldLayoutMkLst>
            <pc:docMk/>
            <pc:sldMasterMk cId="3154979492" sldId="2147483648"/>
            <pc:sldLayoutMk cId="4076369896" sldId="2147483651"/>
          </pc:sldLayoutMkLst>
        </pc:sldLayoutChg>
        <pc:sldLayoutChg chg="del">
          <pc:chgData name="Timofey" userId="8331e3469a51f782" providerId="LiveId" clId="{DFD3A7A1-6677-42AD-BB63-CDC6F2F32FFE}" dt="2020-10-25T00:47:25.958" v="4" actId="2696"/>
          <pc:sldLayoutMkLst>
            <pc:docMk/>
            <pc:sldMasterMk cId="3154979492" sldId="2147483648"/>
            <pc:sldLayoutMk cId="2625762208" sldId="2147483652"/>
          </pc:sldLayoutMkLst>
        </pc:sldLayoutChg>
        <pc:sldLayoutChg chg="del">
          <pc:chgData name="Timofey" userId="8331e3469a51f782" providerId="LiveId" clId="{DFD3A7A1-6677-42AD-BB63-CDC6F2F32FFE}" dt="2020-10-25T00:47:25.958" v="4" actId="2696"/>
          <pc:sldLayoutMkLst>
            <pc:docMk/>
            <pc:sldMasterMk cId="3154979492" sldId="2147483648"/>
            <pc:sldLayoutMk cId="188002762" sldId="2147483653"/>
          </pc:sldLayoutMkLst>
        </pc:sldLayoutChg>
        <pc:sldLayoutChg chg="del">
          <pc:chgData name="Timofey" userId="8331e3469a51f782" providerId="LiveId" clId="{DFD3A7A1-6677-42AD-BB63-CDC6F2F32FFE}" dt="2020-10-25T00:47:25.958" v="4" actId="2696"/>
          <pc:sldLayoutMkLst>
            <pc:docMk/>
            <pc:sldMasterMk cId="3154979492" sldId="2147483648"/>
            <pc:sldLayoutMk cId="2295335545" sldId="2147483654"/>
          </pc:sldLayoutMkLst>
        </pc:sldLayoutChg>
        <pc:sldLayoutChg chg="del">
          <pc:chgData name="Timofey" userId="8331e3469a51f782" providerId="LiveId" clId="{DFD3A7A1-6677-42AD-BB63-CDC6F2F32FFE}" dt="2020-10-25T00:47:25.958" v="4" actId="2696"/>
          <pc:sldLayoutMkLst>
            <pc:docMk/>
            <pc:sldMasterMk cId="3154979492" sldId="2147483648"/>
            <pc:sldLayoutMk cId="1988754143" sldId="2147483655"/>
          </pc:sldLayoutMkLst>
        </pc:sldLayoutChg>
        <pc:sldLayoutChg chg="del">
          <pc:chgData name="Timofey" userId="8331e3469a51f782" providerId="LiveId" clId="{DFD3A7A1-6677-42AD-BB63-CDC6F2F32FFE}" dt="2020-10-25T00:47:25.958" v="4" actId="2696"/>
          <pc:sldLayoutMkLst>
            <pc:docMk/>
            <pc:sldMasterMk cId="3154979492" sldId="2147483648"/>
            <pc:sldLayoutMk cId="3665695281" sldId="2147483656"/>
          </pc:sldLayoutMkLst>
        </pc:sldLayoutChg>
        <pc:sldLayoutChg chg="del">
          <pc:chgData name="Timofey" userId="8331e3469a51f782" providerId="LiveId" clId="{DFD3A7A1-6677-42AD-BB63-CDC6F2F32FFE}" dt="2020-10-25T00:47:25.958" v="4" actId="2696"/>
          <pc:sldLayoutMkLst>
            <pc:docMk/>
            <pc:sldMasterMk cId="3154979492" sldId="2147483648"/>
            <pc:sldLayoutMk cId="2134169247" sldId="2147483657"/>
          </pc:sldLayoutMkLst>
        </pc:sldLayoutChg>
        <pc:sldLayoutChg chg="del">
          <pc:chgData name="Timofey" userId="8331e3469a51f782" providerId="LiveId" clId="{DFD3A7A1-6677-42AD-BB63-CDC6F2F32FFE}" dt="2020-10-25T00:47:25.958" v="4" actId="2696"/>
          <pc:sldLayoutMkLst>
            <pc:docMk/>
            <pc:sldMasterMk cId="3154979492" sldId="2147483648"/>
            <pc:sldLayoutMk cId="2065727480" sldId="2147483658"/>
          </pc:sldLayoutMkLst>
        </pc:sldLayoutChg>
        <pc:sldLayoutChg chg="del">
          <pc:chgData name="Timofey" userId="8331e3469a51f782" providerId="LiveId" clId="{DFD3A7A1-6677-42AD-BB63-CDC6F2F32FFE}" dt="2020-10-25T00:47:25.958" v="4" actId="2696"/>
          <pc:sldLayoutMkLst>
            <pc:docMk/>
            <pc:sldMasterMk cId="3154979492" sldId="2147483648"/>
            <pc:sldLayoutMk cId="812261758" sldId="2147483659"/>
          </pc:sldLayoutMkLst>
        </pc:sldLayoutChg>
      </pc:sldMasterChg>
      <pc:sldMasterChg chg="modSp delSldLayout modSldLayout">
        <pc:chgData name="Timofey" userId="8331e3469a51f782" providerId="LiveId" clId="{DFD3A7A1-6677-42AD-BB63-CDC6F2F32FFE}" dt="2020-10-25T01:34:14.868" v="358"/>
        <pc:sldMasterMkLst>
          <pc:docMk/>
          <pc:sldMasterMk cId="631456031" sldId="2147483660"/>
        </pc:sldMasterMkLst>
        <pc:spChg chg="mod">
          <ac:chgData name="Timofey" userId="8331e3469a51f782" providerId="LiveId" clId="{DFD3A7A1-6677-42AD-BB63-CDC6F2F32FFE}" dt="2020-10-25T01:34:14.868" v="358"/>
          <ac:spMkLst>
            <pc:docMk/>
            <pc:sldMasterMk cId="631456031" sldId="2147483660"/>
            <ac:spMk id="2" creationId="{00000000-0000-0000-0000-000000000000}"/>
          </ac:spMkLst>
        </pc:spChg>
        <pc:spChg chg="mod">
          <ac:chgData name="Timofey" userId="8331e3469a51f782" providerId="LiveId" clId="{DFD3A7A1-6677-42AD-BB63-CDC6F2F32FFE}" dt="2020-10-25T01:34:14.868" v="358"/>
          <ac:spMkLst>
            <pc:docMk/>
            <pc:sldMasterMk cId="631456031" sldId="2147483660"/>
            <ac:spMk id="3" creationId="{00000000-0000-0000-0000-000000000000}"/>
          </ac:spMkLst>
        </pc:spChg>
        <pc:spChg chg="mod">
          <ac:chgData name="Timofey" userId="8331e3469a51f782" providerId="LiveId" clId="{DFD3A7A1-6677-42AD-BB63-CDC6F2F32FFE}" dt="2020-10-25T01:34:14.868" v="358"/>
          <ac:spMkLst>
            <pc:docMk/>
            <pc:sldMasterMk cId="631456031" sldId="2147483660"/>
            <ac:spMk id="4" creationId="{00000000-0000-0000-0000-000000000000}"/>
          </ac:spMkLst>
        </pc:spChg>
        <pc:sldLayoutChg chg="del">
          <pc:chgData name="Timofey" userId="8331e3469a51f782" providerId="LiveId" clId="{DFD3A7A1-6677-42AD-BB63-CDC6F2F32FFE}" dt="2020-10-25T01:02:42.536" v="146" actId="2696"/>
          <pc:sldLayoutMkLst>
            <pc:docMk/>
            <pc:sldMasterMk cId="631456031" sldId="2147483660"/>
            <pc:sldLayoutMk cId="3590866244" sldId="2147483661"/>
          </pc:sldLayoutMkLst>
        </pc:sldLayoutChg>
        <pc:sldLayoutChg chg="modSp">
          <pc:chgData name="Timofey" userId="8331e3469a51f782" providerId="LiveId" clId="{DFD3A7A1-6677-42AD-BB63-CDC6F2F32FFE}" dt="2020-10-25T01:34:14.868" v="358"/>
          <pc:sldLayoutMkLst>
            <pc:docMk/>
            <pc:sldMasterMk cId="631456031" sldId="2147483660"/>
            <pc:sldLayoutMk cId="345745459" sldId="2147483662"/>
          </pc:sldLayoutMkLst>
          <pc:spChg chg="mod">
            <ac:chgData name="Timofey" userId="8331e3469a51f782" providerId="LiveId" clId="{DFD3A7A1-6677-42AD-BB63-CDC6F2F32FFE}" dt="2020-10-25T01:34:14.868" v="358"/>
            <ac:spMkLst>
              <pc:docMk/>
              <pc:sldMasterMk cId="631456031" sldId="2147483660"/>
              <pc:sldLayoutMk cId="345745459" sldId="2147483662"/>
              <ac:spMk id="19" creationId="{00000000-0000-0000-0000-000000000000}"/>
            </ac:spMkLst>
          </pc:spChg>
          <pc:spChg chg="mod">
            <ac:chgData name="Timofey" userId="8331e3469a51f782" providerId="LiveId" clId="{DFD3A7A1-6677-42AD-BB63-CDC6F2F32FFE}" dt="2020-10-25T01:34:14.868" v="358"/>
            <ac:spMkLst>
              <pc:docMk/>
              <pc:sldMasterMk cId="631456031" sldId="2147483660"/>
              <pc:sldLayoutMk cId="345745459" sldId="2147483662"/>
              <ac:spMk id="20" creationId="{00000000-0000-0000-0000-000000000000}"/>
            </ac:spMkLst>
          </pc:spChg>
          <pc:spChg chg="mod">
            <ac:chgData name="Timofey" userId="8331e3469a51f782" providerId="LiveId" clId="{DFD3A7A1-6677-42AD-BB63-CDC6F2F32FFE}" dt="2020-10-25T01:34:14.868" v="358"/>
            <ac:spMkLst>
              <pc:docMk/>
              <pc:sldMasterMk cId="631456031" sldId="2147483660"/>
              <pc:sldLayoutMk cId="345745459" sldId="2147483662"/>
              <ac:spMk id="21" creationId="{00000000-0000-0000-0000-000000000000}"/>
            </ac:spMkLst>
          </pc:spChg>
          <pc:spChg chg="mod">
            <ac:chgData name="Timofey" userId="8331e3469a51f782" providerId="LiveId" clId="{DFD3A7A1-6677-42AD-BB63-CDC6F2F32FFE}" dt="2020-10-25T01:34:14.868" v="358"/>
            <ac:spMkLst>
              <pc:docMk/>
              <pc:sldMasterMk cId="631456031" sldId="2147483660"/>
              <pc:sldLayoutMk cId="345745459" sldId="2147483662"/>
              <ac:spMk id="22" creationId="{00000000-0000-0000-0000-000000000000}"/>
            </ac:spMkLst>
          </pc:spChg>
        </pc:sldLayoutChg>
        <pc:sldLayoutChg chg="modSp">
          <pc:chgData name="Timofey" userId="8331e3469a51f782" providerId="LiveId" clId="{DFD3A7A1-6677-42AD-BB63-CDC6F2F32FFE}" dt="2020-10-25T01:34:14.868" v="358"/>
          <pc:sldLayoutMkLst>
            <pc:docMk/>
            <pc:sldMasterMk cId="631456031" sldId="2147483660"/>
            <pc:sldLayoutMk cId="3463596454" sldId="2147483664"/>
          </pc:sldLayoutMkLst>
          <pc:spChg chg="mod">
            <ac:chgData name="Timofey" userId="8331e3469a51f782" providerId="LiveId" clId="{DFD3A7A1-6677-42AD-BB63-CDC6F2F32FFE}" dt="2020-10-25T01:34:14.868" v="358"/>
            <ac:spMkLst>
              <pc:docMk/>
              <pc:sldMasterMk cId="631456031" sldId="2147483660"/>
              <pc:sldLayoutMk cId="3463596454" sldId="2147483664"/>
              <ac:spMk id="36" creationId="{00000000-0000-0000-0000-000000000000}"/>
            </ac:spMkLst>
          </pc:spChg>
          <pc:spChg chg="mod">
            <ac:chgData name="Timofey" userId="8331e3469a51f782" providerId="LiveId" clId="{DFD3A7A1-6677-42AD-BB63-CDC6F2F32FFE}" dt="2020-10-25T01:34:14.868" v="358"/>
            <ac:spMkLst>
              <pc:docMk/>
              <pc:sldMasterMk cId="631456031" sldId="2147483660"/>
              <pc:sldLayoutMk cId="3463596454" sldId="2147483664"/>
              <ac:spMk id="37" creationId="{00000000-0000-0000-0000-000000000000}"/>
            </ac:spMkLst>
          </pc:spChg>
          <pc:spChg chg="mod">
            <ac:chgData name="Timofey" userId="8331e3469a51f782" providerId="LiveId" clId="{DFD3A7A1-6677-42AD-BB63-CDC6F2F32FFE}" dt="2020-10-25T01:34:14.868" v="358"/>
            <ac:spMkLst>
              <pc:docMk/>
              <pc:sldMasterMk cId="631456031" sldId="2147483660"/>
              <pc:sldLayoutMk cId="3463596454" sldId="2147483664"/>
              <ac:spMk id="38" creationId="{00000000-0000-0000-0000-000000000000}"/>
            </ac:spMkLst>
          </pc:spChg>
        </pc:sldLayoutChg>
        <pc:sldLayoutChg chg="del">
          <pc:chgData name="Timofey" userId="8331e3469a51f782" providerId="LiveId" clId="{DFD3A7A1-6677-42AD-BB63-CDC6F2F32FFE}" dt="2020-10-25T00:48:24.355" v="9" actId="2696"/>
          <pc:sldLayoutMkLst>
            <pc:docMk/>
            <pc:sldMasterMk cId="631456031" sldId="2147483660"/>
            <pc:sldLayoutMk cId="3313643934" sldId="2147483665"/>
          </pc:sldLayoutMkLst>
        </pc:sldLayoutChg>
        <pc:sldLayoutChg chg="modSp">
          <pc:chgData name="Timofey" userId="8331e3469a51f782" providerId="LiveId" clId="{DFD3A7A1-6677-42AD-BB63-CDC6F2F32FFE}" dt="2020-10-25T01:34:14.868" v="358"/>
          <pc:sldLayoutMkLst>
            <pc:docMk/>
            <pc:sldMasterMk cId="631456031" sldId="2147483660"/>
            <pc:sldLayoutMk cId="2014954536" sldId="2147483667"/>
          </pc:sldLayoutMkLst>
          <pc:spChg chg="mod">
            <ac:chgData name="Timofey" userId="8331e3469a51f782" providerId="LiveId" clId="{DFD3A7A1-6677-42AD-BB63-CDC6F2F32FFE}" dt="2020-10-25T01:34:14.868" v="358"/>
            <ac:spMkLst>
              <pc:docMk/>
              <pc:sldMasterMk cId="631456031" sldId="2147483660"/>
              <pc:sldLayoutMk cId="2014954536" sldId="2147483667"/>
              <ac:spMk id="62" creationId="{00000000-0000-0000-0000-000000000000}"/>
            </ac:spMkLst>
          </pc:spChg>
          <pc:spChg chg="mod">
            <ac:chgData name="Timofey" userId="8331e3469a51f782" providerId="LiveId" clId="{DFD3A7A1-6677-42AD-BB63-CDC6F2F32FFE}" dt="2020-10-25T01:34:14.868" v="358"/>
            <ac:spMkLst>
              <pc:docMk/>
              <pc:sldMasterMk cId="631456031" sldId="2147483660"/>
              <pc:sldLayoutMk cId="2014954536" sldId="2147483667"/>
              <ac:spMk id="64" creationId="{00000000-0000-0000-0000-000000000000}"/>
            </ac:spMkLst>
          </pc:spChg>
        </pc:sldLayoutChg>
        <pc:sldLayoutChg chg="modSp">
          <pc:chgData name="Timofey" userId="8331e3469a51f782" providerId="LiveId" clId="{DFD3A7A1-6677-42AD-BB63-CDC6F2F32FFE}" dt="2020-10-25T01:34:14.868" v="358"/>
          <pc:sldLayoutMkLst>
            <pc:docMk/>
            <pc:sldMasterMk cId="631456031" sldId="2147483660"/>
            <pc:sldLayoutMk cId="4047609488" sldId="2147483668"/>
          </pc:sldLayoutMkLst>
          <pc:spChg chg="mod">
            <ac:chgData name="Timofey" userId="8331e3469a51f782" providerId="LiveId" clId="{DFD3A7A1-6677-42AD-BB63-CDC6F2F32FFE}" dt="2020-10-25T01:34:14.868" v="358"/>
            <ac:spMkLst>
              <pc:docMk/>
              <pc:sldMasterMk cId="631456031" sldId="2147483660"/>
              <pc:sldLayoutMk cId="4047609488" sldId="2147483668"/>
              <ac:spMk id="72" creationId="{00000000-0000-0000-0000-000000000000}"/>
            </ac:spMkLst>
          </pc:spChg>
        </pc:sldLayoutChg>
        <pc:sldLayoutChg chg="modSp">
          <pc:chgData name="Timofey" userId="8331e3469a51f782" providerId="LiveId" clId="{DFD3A7A1-6677-42AD-BB63-CDC6F2F32FFE}" dt="2020-10-25T01:34:14.868" v="358"/>
          <pc:sldLayoutMkLst>
            <pc:docMk/>
            <pc:sldMasterMk cId="631456031" sldId="2147483660"/>
            <pc:sldLayoutMk cId="2919933511" sldId="2147483669"/>
          </pc:sldLayoutMkLst>
          <pc:spChg chg="mod">
            <ac:chgData name="Timofey" userId="8331e3469a51f782" providerId="LiveId" clId="{DFD3A7A1-6677-42AD-BB63-CDC6F2F32FFE}" dt="2020-10-25T01:34:14.868" v="358"/>
            <ac:spMkLst>
              <pc:docMk/>
              <pc:sldMasterMk cId="631456031" sldId="2147483660"/>
              <pc:sldLayoutMk cId="2919933511" sldId="2147483669"/>
              <ac:spMk id="80" creationId="{00000000-0000-0000-0000-000000000000}"/>
            </ac:spMkLst>
          </pc:spChg>
          <pc:spChg chg="mod">
            <ac:chgData name="Timofey" userId="8331e3469a51f782" providerId="LiveId" clId="{DFD3A7A1-6677-42AD-BB63-CDC6F2F32FFE}" dt="2020-10-25T01:34:14.868" v="358"/>
            <ac:spMkLst>
              <pc:docMk/>
              <pc:sldMasterMk cId="631456031" sldId="2147483660"/>
              <pc:sldLayoutMk cId="2919933511" sldId="2147483669"/>
              <ac:spMk id="81" creationId="{00000000-0000-0000-0000-000000000000}"/>
            </ac:spMkLst>
          </pc:spChg>
          <pc:spChg chg="mod">
            <ac:chgData name="Timofey" userId="8331e3469a51f782" providerId="LiveId" clId="{DFD3A7A1-6677-42AD-BB63-CDC6F2F32FFE}" dt="2020-10-25T01:34:14.868" v="358"/>
            <ac:spMkLst>
              <pc:docMk/>
              <pc:sldMasterMk cId="631456031" sldId="2147483660"/>
              <pc:sldLayoutMk cId="2919933511" sldId="2147483669"/>
              <ac:spMk id="82" creationId="{00000000-0000-0000-0000-000000000000}"/>
            </ac:spMkLst>
          </pc:spChg>
        </pc:sldLayoutChg>
        <pc:sldLayoutChg chg="modSp">
          <pc:chgData name="Timofey" userId="8331e3469a51f782" providerId="LiveId" clId="{DFD3A7A1-6677-42AD-BB63-CDC6F2F32FFE}" dt="2020-10-25T01:34:14.868" v="358"/>
          <pc:sldLayoutMkLst>
            <pc:docMk/>
            <pc:sldMasterMk cId="631456031" sldId="2147483660"/>
            <pc:sldLayoutMk cId="3389591861" sldId="2147483670"/>
          </pc:sldLayoutMkLst>
          <pc:spChg chg="mod">
            <ac:chgData name="Timofey" userId="8331e3469a51f782" providerId="LiveId" clId="{DFD3A7A1-6677-42AD-BB63-CDC6F2F32FFE}" dt="2020-10-25T01:34:14.868" v="358"/>
            <ac:spMkLst>
              <pc:docMk/>
              <pc:sldMasterMk cId="631456031" sldId="2147483660"/>
              <pc:sldLayoutMk cId="3389591861" sldId="2147483670"/>
              <ac:spMk id="90" creationId="{00000000-0000-0000-0000-000000000000}"/>
            </ac:spMkLst>
          </pc:spChg>
          <pc:spChg chg="mod">
            <ac:chgData name="Timofey" userId="8331e3469a51f782" providerId="LiveId" clId="{DFD3A7A1-6677-42AD-BB63-CDC6F2F32FFE}" dt="2020-10-25T01:34:14.868" v="358"/>
            <ac:spMkLst>
              <pc:docMk/>
              <pc:sldMasterMk cId="631456031" sldId="2147483660"/>
              <pc:sldLayoutMk cId="3389591861" sldId="2147483670"/>
              <ac:spMk id="91" creationId="{00000000-0000-0000-0000-000000000000}"/>
            </ac:spMkLst>
          </pc:spChg>
        </pc:sldLayoutChg>
        <pc:sldLayoutChg chg="modSp">
          <pc:chgData name="Timofey" userId="8331e3469a51f782" providerId="LiveId" clId="{DFD3A7A1-6677-42AD-BB63-CDC6F2F32FFE}" dt="2020-10-25T01:34:14.868" v="358"/>
          <pc:sldLayoutMkLst>
            <pc:docMk/>
            <pc:sldMasterMk cId="631456031" sldId="2147483660"/>
            <pc:sldLayoutMk cId="2041239726" sldId="2147483671"/>
          </pc:sldLayoutMkLst>
          <pc:spChg chg="mod">
            <ac:chgData name="Timofey" userId="8331e3469a51f782" providerId="LiveId" clId="{DFD3A7A1-6677-42AD-BB63-CDC6F2F32FFE}" dt="2020-10-25T01:34:14.868" v="358"/>
            <ac:spMkLst>
              <pc:docMk/>
              <pc:sldMasterMk cId="631456031" sldId="2147483660"/>
              <pc:sldLayoutMk cId="2041239726" sldId="2147483671"/>
              <ac:spMk id="99" creationId="{00000000-0000-0000-0000-000000000000}"/>
            </ac:spMkLst>
          </pc:spChg>
        </pc:sldLayoutChg>
      </pc:sldMasterChg>
    </pc:docChg>
  </pc:docChgLst>
  <pc:docChgLst>
    <pc:chgData name="Gregory" userId="667828aaea72e801" providerId="LiveId" clId="{8E7D5137-7B6D-447F-952C-EC0098C31E13}"/>
    <pc:docChg chg="undo custSel addSld modSld">
      <pc:chgData name="Gregory" userId="667828aaea72e801" providerId="LiveId" clId="{8E7D5137-7B6D-447F-952C-EC0098C31E13}" dt="2020-10-25T15:33:25.409" v="2113" actId="20577"/>
      <pc:docMkLst>
        <pc:docMk/>
      </pc:docMkLst>
      <pc:sldChg chg="modSp mod">
        <pc:chgData name="Gregory" userId="667828aaea72e801" providerId="LiveId" clId="{8E7D5137-7B6D-447F-952C-EC0098C31E13}" dt="2020-10-25T14:15:42.765" v="1" actId="20577"/>
        <pc:sldMkLst>
          <pc:docMk/>
          <pc:sldMk cId="1983917904" sldId="258"/>
        </pc:sldMkLst>
        <pc:spChg chg="mod">
          <ac:chgData name="Gregory" userId="667828aaea72e801" providerId="LiveId" clId="{8E7D5137-7B6D-447F-952C-EC0098C31E13}" dt="2020-10-25T14:15:42.765" v="1" actId="20577"/>
          <ac:spMkLst>
            <pc:docMk/>
            <pc:sldMk cId="1983917904" sldId="258"/>
            <ac:spMk id="10" creationId="{D5B254B8-7813-4531-8845-2785815A1CAB}"/>
          </ac:spMkLst>
        </pc:spChg>
      </pc:sldChg>
      <pc:sldChg chg="modSp mod">
        <pc:chgData name="Gregory" userId="667828aaea72e801" providerId="LiveId" clId="{8E7D5137-7B6D-447F-952C-EC0098C31E13}" dt="2020-10-25T14:41:08.594" v="207"/>
        <pc:sldMkLst>
          <pc:docMk/>
          <pc:sldMk cId="593841190" sldId="260"/>
        </pc:sldMkLst>
        <pc:spChg chg="mod">
          <ac:chgData name="Gregory" userId="667828aaea72e801" providerId="LiveId" clId="{8E7D5137-7B6D-447F-952C-EC0098C31E13}" dt="2020-10-25T14:41:08.594" v="207"/>
          <ac:spMkLst>
            <pc:docMk/>
            <pc:sldMk cId="593841190" sldId="260"/>
            <ac:spMk id="125" creationId="{00000000-0000-0000-0000-000000000000}"/>
          </ac:spMkLst>
        </pc:spChg>
      </pc:sldChg>
      <pc:sldChg chg="modSp mod">
        <pc:chgData name="Gregory" userId="667828aaea72e801" providerId="LiveId" clId="{8E7D5137-7B6D-447F-952C-EC0098C31E13}" dt="2020-10-25T14:42:28.511" v="220" actId="14100"/>
        <pc:sldMkLst>
          <pc:docMk/>
          <pc:sldMk cId="3028363707" sldId="262"/>
        </pc:sldMkLst>
        <pc:spChg chg="mod">
          <ac:chgData name="Gregory" userId="667828aaea72e801" providerId="LiveId" clId="{8E7D5137-7B6D-447F-952C-EC0098C31E13}" dt="2020-10-25T14:42:28.511" v="220" actId="14100"/>
          <ac:spMkLst>
            <pc:docMk/>
            <pc:sldMk cId="3028363707" sldId="262"/>
            <ac:spMk id="125" creationId="{00000000-0000-0000-0000-000000000000}"/>
          </ac:spMkLst>
        </pc:spChg>
        <pc:picChg chg="mod">
          <ac:chgData name="Gregory" userId="667828aaea72e801" providerId="LiveId" clId="{8E7D5137-7B6D-447F-952C-EC0098C31E13}" dt="2020-10-25T14:41:56.574" v="214" actId="1076"/>
          <ac:picMkLst>
            <pc:docMk/>
            <pc:sldMk cId="3028363707" sldId="262"/>
            <ac:picMk id="3" creationId="{6A1DF21D-B4EC-4D5C-8A22-A452813ED8A8}"/>
          </ac:picMkLst>
        </pc:picChg>
      </pc:sldChg>
      <pc:sldChg chg="modSp mod">
        <pc:chgData name="Gregory" userId="667828aaea72e801" providerId="LiveId" clId="{8E7D5137-7B6D-447F-952C-EC0098C31E13}" dt="2020-10-25T15:15:12.384" v="1375" actId="1440"/>
        <pc:sldMkLst>
          <pc:docMk/>
          <pc:sldMk cId="540719684" sldId="264"/>
        </pc:sldMkLst>
        <pc:spChg chg="mod">
          <ac:chgData name="Gregory" userId="667828aaea72e801" providerId="LiveId" clId="{8E7D5137-7B6D-447F-952C-EC0098C31E13}" dt="2020-10-25T14:34:04.462" v="108" actId="20577"/>
          <ac:spMkLst>
            <pc:docMk/>
            <pc:sldMk cId="540719684" sldId="264"/>
            <ac:spMk id="124" creationId="{00000000-0000-0000-0000-000000000000}"/>
          </ac:spMkLst>
        </pc:spChg>
        <pc:spChg chg="mod">
          <ac:chgData name="Gregory" userId="667828aaea72e801" providerId="LiveId" clId="{8E7D5137-7B6D-447F-952C-EC0098C31E13}" dt="2020-10-25T14:34:10.115" v="109" actId="20577"/>
          <ac:spMkLst>
            <pc:docMk/>
            <pc:sldMk cId="540719684" sldId="264"/>
            <ac:spMk id="125" creationId="{00000000-0000-0000-0000-000000000000}"/>
          </ac:spMkLst>
        </pc:spChg>
        <pc:picChg chg="mod">
          <ac:chgData name="Gregory" userId="667828aaea72e801" providerId="LiveId" clId="{8E7D5137-7B6D-447F-952C-EC0098C31E13}" dt="2020-10-25T15:15:12.384" v="1375" actId="1440"/>
          <ac:picMkLst>
            <pc:docMk/>
            <pc:sldMk cId="540719684" sldId="264"/>
            <ac:picMk id="2" creationId="{890605CE-6E26-43A8-B322-8CB329711A16}"/>
          </ac:picMkLst>
        </pc:picChg>
      </pc:sldChg>
      <pc:sldChg chg="addSp delSp modSp mod">
        <pc:chgData name="Gregory" userId="667828aaea72e801" providerId="LiveId" clId="{8E7D5137-7B6D-447F-952C-EC0098C31E13}" dt="2020-10-25T15:28:24.357" v="1823" actId="478"/>
        <pc:sldMkLst>
          <pc:docMk/>
          <pc:sldMk cId="714993719" sldId="265"/>
        </pc:sldMkLst>
        <pc:spChg chg="add del">
          <ac:chgData name="Gregory" userId="667828aaea72e801" providerId="LiveId" clId="{8E7D5137-7B6D-447F-952C-EC0098C31E13}" dt="2020-10-25T15:27:06.700" v="1809" actId="478"/>
          <ac:spMkLst>
            <pc:docMk/>
            <pc:sldMk cId="714993719" sldId="265"/>
            <ac:spMk id="10" creationId="{59AAF7AC-D8B3-4D29-AAA7-C3438E254D34}"/>
          </ac:spMkLst>
        </pc:spChg>
        <pc:spChg chg="add mod">
          <ac:chgData name="Gregory" userId="667828aaea72e801" providerId="LiveId" clId="{8E7D5137-7B6D-447F-952C-EC0098C31E13}" dt="2020-10-25T14:45:35.792" v="239" actId="948"/>
          <ac:spMkLst>
            <pc:docMk/>
            <pc:sldMk cId="714993719" sldId="265"/>
            <ac:spMk id="13" creationId="{0415440B-47EC-4932-8B57-7BDC31F7063D}"/>
          </ac:spMkLst>
        </pc:spChg>
        <pc:spChg chg="add del">
          <ac:chgData name="Gregory" userId="667828aaea72e801" providerId="LiveId" clId="{8E7D5137-7B6D-447F-952C-EC0098C31E13}" dt="2020-10-25T15:27:06.700" v="1809" actId="478"/>
          <ac:spMkLst>
            <pc:docMk/>
            <pc:sldMk cId="714993719" sldId="265"/>
            <ac:spMk id="15" creationId="{FAC2BD19-532B-4E7B-BF22-5BE8F846DB4D}"/>
          </ac:spMkLst>
        </pc:spChg>
        <pc:spChg chg="add del">
          <ac:chgData name="Gregory" userId="667828aaea72e801" providerId="LiveId" clId="{8E7D5137-7B6D-447F-952C-EC0098C31E13}" dt="2020-10-25T15:20:43.567" v="1514" actId="22"/>
          <ac:spMkLst>
            <pc:docMk/>
            <pc:sldMk cId="714993719" sldId="265"/>
            <ac:spMk id="16" creationId="{34E7108D-F7F7-4BAC-BA73-68576FA18AE1}"/>
          </ac:spMkLst>
        </pc:spChg>
        <pc:spChg chg="add del">
          <ac:chgData name="Gregory" userId="667828aaea72e801" providerId="LiveId" clId="{8E7D5137-7B6D-447F-952C-EC0098C31E13}" dt="2020-10-25T15:27:06.700" v="1809" actId="478"/>
          <ac:spMkLst>
            <pc:docMk/>
            <pc:sldMk cId="714993719" sldId="265"/>
            <ac:spMk id="24" creationId="{5A3E027B-8973-461F-BAF6-5F0FD0D78B85}"/>
          </ac:spMkLst>
        </pc:spChg>
        <pc:picChg chg="add mod">
          <ac:chgData name="Gregory" userId="667828aaea72e801" providerId="LiveId" clId="{8E7D5137-7B6D-447F-952C-EC0098C31E13}" dt="2020-10-25T14:44:41.749" v="230" actId="1076"/>
          <ac:picMkLst>
            <pc:docMk/>
            <pc:sldMk cId="714993719" sldId="265"/>
            <ac:picMk id="5" creationId="{30F9EF7F-A8D2-46E4-80CE-B64EC39ADEE3}"/>
          </ac:picMkLst>
        </pc:picChg>
        <pc:picChg chg="add mod">
          <ac:chgData name="Gregory" userId="667828aaea72e801" providerId="LiveId" clId="{8E7D5137-7B6D-447F-952C-EC0098C31E13}" dt="2020-10-25T15:21:24.785" v="1521" actId="1076"/>
          <ac:picMkLst>
            <pc:docMk/>
            <pc:sldMk cId="714993719" sldId="265"/>
            <ac:picMk id="8" creationId="{72860D52-EFDD-42F3-9DAF-8BFDCAB7FEDA}"/>
          </ac:picMkLst>
        </pc:picChg>
        <pc:picChg chg="add mod">
          <ac:chgData name="Gregory" userId="667828aaea72e801" providerId="LiveId" clId="{8E7D5137-7B6D-447F-952C-EC0098C31E13}" dt="2020-10-25T15:21:31.218" v="1522"/>
          <ac:picMkLst>
            <pc:docMk/>
            <pc:sldMk cId="714993719" sldId="265"/>
            <ac:picMk id="11" creationId="{0683534B-15F8-4EEE-9C59-71A0C34B3635}"/>
          </ac:picMkLst>
        </pc:picChg>
        <pc:picChg chg="add del">
          <ac:chgData name="Gregory" userId="667828aaea72e801" providerId="LiveId" clId="{8E7D5137-7B6D-447F-952C-EC0098C31E13}" dt="2020-10-25T15:27:06.700" v="1809" actId="478"/>
          <ac:picMkLst>
            <pc:docMk/>
            <pc:sldMk cId="714993719" sldId="265"/>
            <ac:picMk id="12" creationId="{A5772F91-E2D8-4B6A-9534-9CF5A19DFC2B}"/>
          </ac:picMkLst>
        </pc:picChg>
        <pc:picChg chg="add mod">
          <ac:chgData name="Gregory" userId="667828aaea72e801" providerId="LiveId" clId="{8E7D5137-7B6D-447F-952C-EC0098C31E13}" dt="2020-10-25T15:21:41.152" v="1523"/>
          <ac:picMkLst>
            <pc:docMk/>
            <pc:sldMk cId="714993719" sldId="265"/>
            <ac:picMk id="17" creationId="{C2FEFF07-A83A-49E3-94FB-F187CDFA7F09}"/>
          </ac:picMkLst>
        </pc:picChg>
        <pc:picChg chg="add del mod">
          <ac:chgData name="Gregory" userId="667828aaea72e801" providerId="LiveId" clId="{8E7D5137-7B6D-447F-952C-EC0098C31E13}" dt="2020-10-25T15:27:06.700" v="1809" actId="478"/>
          <ac:picMkLst>
            <pc:docMk/>
            <pc:sldMk cId="714993719" sldId="265"/>
            <ac:picMk id="18" creationId="{B1BEC015-5AE8-4C56-ABBF-AFA9FD756CBC}"/>
          </ac:picMkLst>
        </pc:picChg>
        <pc:picChg chg="add del">
          <ac:chgData name="Gregory" userId="667828aaea72e801" providerId="LiveId" clId="{8E7D5137-7B6D-447F-952C-EC0098C31E13}" dt="2020-10-25T15:27:06.700" v="1809" actId="478"/>
          <ac:picMkLst>
            <pc:docMk/>
            <pc:sldMk cId="714993719" sldId="265"/>
            <ac:picMk id="19" creationId="{9D9E98C9-FA03-412A-8AC1-720A32337EE4}"/>
          </ac:picMkLst>
        </pc:picChg>
        <pc:picChg chg="add del">
          <ac:chgData name="Gregory" userId="667828aaea72e801" providerId="LiveId" clId="{8E7D5137-7B6D-447F-952C-EC0098C31E13}" dt="2020-10-25T15:27:06.700" v="1809" actId="478"/>
          <ac:picMkLst>
            <pc:docMk/>
            <pc:sldMk cId="714993719" sldId="265"/>
            <ac:picMk id="20" creationId="{23180F25-3E92-4861-9F1D-9C86C18D25E0}"/>
          </ac:picMkLst>
        </pc:picChg>
        <pc:picChg chg="add del">
          <ac:chgData name="Gregory" userId="667828aaea72e801" providerId="LiveId" clId="{8E7D5137-7B6D-447F-952C-EC0098C31E13}" dt="2020-10-25T15:27:06.700" v="1809" actId="478"/>
          <ac:picMkLst>
            <pc:docMk/>
            <pc:sldMk cId="714993719" sldId="265"/>
            <ac:picMk id="21" creationId="{9C2060BD-9EAA-4538-B2C0-E57B07B30735}"/>
          </ac:picMkLst>
        </pc:picChg>
        <pc:picChg chg="add del">
          <ac:chgData name="Gregory" userId="667828aaea72e801" providerId="LiveId" clId="{8E7D5137-7B6D-447F-952C-EC0098C31E13}" dt="2020-10-25T15:28:24.357" v="1823" actId="478"/>
          <ac:picMkLst>
            <pc:docMk/>
            <pc:sldMk cId="714993719" sldId="265"/>
            <ac:picMk id="22" creationId="{9C9BE150-A78E-43D0-AC13-D49C5A25B258}"/>
          </ac:picMkLst>
        </pc:picChg>
        <pc:picChg chg="add del">
          <ac:chgData name="Gregory" userId="667828aaea72e801" providerId="LiveId" clId="{8E7D5137-7B6D-447F-952C-EC0098C31E13}" dt="2020-10-25T15:28:12.500" v="1817" actId="478"/>
          <ac:picMkLst>
            <pc:docMk/>
            <pc:sldMk cId="714993719" sldId="265"/>
            <ac:picMk id="26" creationId="{AB9F2478-8AE3-4F61-91C3-CC933195DD9A}"/>
          </ac:picMkLst>
        </pc:picChg>
        <pc:picChg chg="add del">
          <ac:chgData name="Gregory" userId="667828aaea72e801" providerId="LiveId" clId="{8E7D5137-7B6D-447F-952C-EC0098C31E13}" dt="2020-10-25T15:28:12.500" v="1817" actId="478"/>
          <ac:picMkLst>
            <pc:docMk/>
            <pc:sldMk cId="714993719" sldId="265"/>
            <ac:picMk id="28" creationId="{5BA2BD61-E7BD-4156-9A06-91FA68E95232}"/>
          </ac:picMkLst>
        </pc:picChg>
        <pc:picChg chg="add del">
          <ac:chgData name="Gregory" userId="667828aaea72e801" providerId="LiveId" clId="{8E7D5137-7B6D-447F-952C-EC0098C31E13}" dt="2020-10-25T15:28:21.555" v="1821" actId="478"/>
          <ac:picMkLst>
            <pc:docMk/>
            <pc:sldMk cId="714993719" sldId="265"/>
            <ac:picMk id="30" creationId="{DBEDDC46-9E69-410F-A75E-BDA5766A77A8}"/>
          </ac:picMkLst>
        </pc:picChg>
        <pc:picChg chg="add del">
          <ac:chgData name="Gregory" userId="667828aaea72e801" providerId="LiveId" clId="{8E7D5137-7B6D-447F-952C-EC0098C31E13}" dt="2020-10-25T15:28:20.131" v="1820" actId="478"/>
          <ac:picMkLst>
            <pc:docMk/>
            <pc:sldMk cId="714993719" sldId="265"/>
            <ac:picMk id="32" creationId="{48E6D671-E412-4BC3-949E-A312B57068F5}"/>
          </ac:picMkLst>
        </pc:picChg>
        <pc:picChg chg="add del mod">
          <ac:chgData name="Gregory" userId="667828aaea72e801" providerId="LiveId" clId="{8E7D5137-7B6D-447F-952C-EC0098C31E13}" dt="2020-10-25T15:27:06.700" v="1809" actId="478"/>
          <ac:picMkLst>
            <pc:docMk/>
            <pc:sldMk cId="714993719" sldId="265"/>
            <ac:picMk id="34" creationId="{A920926D-FF29-4EC4-BD4A-D04CB262AC7C}"/>
          </ac:picMkLst>
        </pc:picChg>
        <pc:picChg chg="add del mod">
          <ac:chgData name="Gregory" userId="667828aaea72e801" providerId="LiveId" clId="{8E7D5137-7B6D-447F-952C-EC0098C31E13}" dt="2020-10-25T15:28:22.520" v="1822" actId="478"/>
          <ac:picMkLst>
            <pc:docMk/>
            <pc:sldMk cId="714993719" sldId="265"/>
            <ac:picMk id="36" creationId="{A5DE45ED-51DF-4BF2-9EAC-5D4811DE8365}"/>
          </ac:picMkLst>
        </pc:picChg>
        <pc:picChg chg="add del">
          <ac:chgData name="Gregory" userId="667828aaea72e801" providerId="LiveId" clId="{8E7D5137-7B6D-447F-952C-EC0098C31E13}" dt="2020-10-25T15:28:02.256" v="1814" actId="478"/>
          <ac:picMkLst>
            <pc:docMk/>
            <pc:sldMk cId="714993719" sldId="265"/>
            <ac:picMk id="38" creationId="{FD410F26-76DA-4C04-948E-3B07963E9D2D}"/>
          </ac:picMkLst>
        </pc:picChg>
        <pc:picChg chg="add del">
          <ac:chgData name="Gregory" userId="667828aaea72e801" providerId="LiveId" clId="{8E7D5137-7B6D-447F-952C-EC0098C31E13}" dt="2020-10-25T15:27:50.059" v="1813" actId="478"/>
          <ac:picMkLst>
            <pc:docMk/>
            <pc:sldMk cId="714993719" sldId="265"/>
            <ac:picMk id="40" creationId="{38A20054-D6DA-4289-A00E-698F1CAC1CF7}"/>
          </ac:picMkLst>
        </pc:picChg>
        <pc:picChg chg="add del">
          <ac:chgData name="Gregory" userId="667828aaea72e801" providerId="LiveId" clId="{8E7D5137-7B6D-447F-952C-EC0098C31E13}" dt="2020-10-25T15:27:50.059" v="1813" actId="478"/>
          <ac:picMkLst>
            <pc:docMk/>
            <pc:sldMk cId="714993719" sldId="265"/>
            <ac:picMk id="42" creationId="{AA2B9B48-BC9D-42A6-97BC-BC1CC613B562}"/>
          </ac:picMkLst>
        </pc:picChg>
        <pc:picChg chg="add del">
          <ac:chgData name="Gregory" userId="667828aaea72e801" providerId="LiveId" clId="{8E7D5137-7B6D-447F-952C-EC0098C31E13}" dt="2020-10-25T15:27:06.700" v="1809" actId="478"/>
          <ac:picMkLst>
            <pc:docMk/>
            <pc:sldMk cId="714993719" sldId="265"/>
            <ac:picMk id="44" creationId="{980D0375-1426-44BB-8FC9-1EDB8536CCCC}"/>
          </ac:picMkLst>
        </pc:picChg>
        <pc:picChg chg="add">
          <ac:chgData name="Gregory" userId="667828aaea72e801" providerId="LiveId" clId="{8E7D5137-7B6D-447F-952C-EC0098C31E13}" dt="2020-10-25T15:23:33.353" v="1679" actId="22"/>
          <ac:picMkLst>
            <pc:docMk/>
            <pc:sldMk cId="714993719" sldId="265"/>
            <ac:picMk id="46" creationId="{937609F4-F250-4038-82DB-F7E6A60D5328}"/>
          </ac:picMkLst>
        </pc:picChg>
        <pc:picChg chg="add del">
          <ac:chgData name="Gregory" userId="667828aaea72e801" providerId="LiveId" clId="{8E7D5137-7B6D-447F-952C-EC0098C31E13}" dt="2020-10-25T15:27:06.700" v="1809" actId="478"/>
          <ac:picMkLst>
            <pc:docMk/>
            <pc:sldMk cId="714993719" sldId="265"/>
            <ac:picMk id="48" creationId="{7123E78F-56FA-47C2-9941-154EDFA239B6}"/>
          </ac:picMkLst>
        </pc:picChg>
        <pc:picChg chg="add del">
          <ac:chgData name="Gregory" userId="667828aaea72e801" providerId="LiveId" clId="{8E7D5137-7B6D-447F-952C-EC0098C31E13}" dt="2020-10-25T15:27:06.700" v="1809" actId="478"/>
          <ac:picMkLst>
            <pc:docMk/>
            <pc:sldMk cId="714993719" sldId="265"/>
            <ac:picMk id="50" creationId="{39E8E4E5-3CA7-42B8-B50C-56C7FC10F500}"/>
          </ac:picMkLst>
        </pc:picChg>
        <pc:picChg chg="add del">
          <ac:chgData name="Gregory" userId="667828aaea72e801" providerId="LiveId" clId="{8E7D5137-7B6D-447F-952C-EC0098C31E13}" dt="2020-10-25T15:27:06.700" v="1809" actId="478"/>
          <ac:picMkLst>
            <pc:docMk/>
            <pc:sldMk cId="714993719" sldId="265"/>
            <ac:picMk id="52" creationId="{BC78991F-352E-4BF0-AE29-1146EBA813E0}"/>
          </ac:picMkLst>
        </pc:picChg>
        <pc:picChg chg="add del">
          <ac:chgData name="Gregory" userId="667828aaea72e801" providerId="LiveId" clId="{8E7D5137-7B6D-447F-952C-EC0098C31E13}" dt="2020-10-25T15:27:06.700" v="1809" actId="478"/>
          <ac:picMkLst>
            <pc:docMk/>
            <pc:sldMk cId="714993719" sldId="265"/>
            <ac:picMk id="54" creationId="{3E07123B-9FD7-45C4-81C6-208DB10A6196}"/>
          </ac:picMkLst>
        </pc:picChg>
        <pc:picChg chg="add del">
          <ac:chgData name="Gregory" userId="667828aaea72e801" providerId="LiveId" clId="{8E7D5137-7B6D-447F-952C-EC0098C31E13}" dt="2020-10-25T15:28:02.256" v="1814" actId="478"/>
          <ac:picMkLst>
            <pc:docMk/>
            <pc:sldMk cId="714993719" sldId="265"/>
            <ac:picMk id="56" creationId="{821B377C-47C0-4951-9671-9DD91951D251}"/>
          </ac:picMkLst>
        </pc:picChg>
        <pc:picChg chg="add del">
          <ac:chgData name="Gregory" userId="667828aaea72e801" providerId="LiveId" clId="{8E7D5137-7B6D-447F-952C-EC0098C31E13}" dt="2020-10-25T15:28:17.552" v="1819" actId="478"/>
          <ac:picMkLst>
            <pc:docMk/>
            <pc:sldMk cId="714993719" sldId="265"/>
            <ac:picMk id="58" creationId="{3607F03F-33F6-4BDB-92AA-978DB9ECFED6}"/>
          </ac:picMkLst>
        </pc:picChg>
        <pc:picChg chg="add del">
          <ac:chgData name="Gregory" userId="667828aaea72e801" providerId="LiveId" clId="{8E7D5137-7B6D-447F-952C-EC0098C31E13}" dt="2020-10-25T15:28:15.576" v="1818" actId="478"/>
          <ac:picMkLst>
            <pc:docMk/>
            <pc:sldMk cId="714993719" sldId="265"/>
            <ac:picMk id="60" creationId="{4EA68761-2365-46F2-BA6E-664D33F007D9}"/>
          </ac:picMkLst>
        </pc:picChg>
        <pc:picChg chg="add del">
          <ac:chgData name="Gregory" userId="667828aaea72e801" providerId="LiveId" clId="{8E7D5137-7B6D-447F-952C-EC0098C31E13}" dt="2020-10-25T15:27:06.700" v="1809" actId="478"/>
          <ac:picMkLst>
            <pc:docMk/>
            <pc:sldMk cId="714993719" sldId="265"/>
            <ac:picMk id="62" creationId="{3E51B6FE-3129-4D6B-90BB-1F7E996F0BA3}"/>
          </ac:picMkLst>
        </pc:picChg>
        <pc:picChg chg="add del">
          <ac:chgData name="Gregory" userId="667828aaea72e801" providerId="LiveId" clId="{8E7D5137-7B6D-447F-952C-EC0098C31E13}" dt="2020-10-25T15:27:06.700" v="1809" actId="478"/>
          <ac:picMkLst>
            <pc:docMk/>
            <pc:sldMk cId="714993719" sldId="265"/>
            <ac:picMk id="64" creationId="{EF7B7681-29ED-4BAF-AFF5-BA3ECEDEF077}"/>
          </ac:picMkLst>
        </pc:picChg>
        <pc:picChg chg="add">
          <ac:chgData name="Gregory" userId="667828aaea72e801" providerId="LiveId" clId="{8E7D5137-7B6D-447F-952C-EC0098C31E13}" dt="2020-10-25T15:23:35.246" v="1689" actId="22"/>
          <ac:picMkLst>
            <pc:docMk/>
            <pc:sldMk cId="714993719" sldId="265"/>
            <ac:picMk id="66" creationId="{57EFE8B5-23FE-41DF-9210-D792D67EF924}"/>
          </ac:picMkLst>
        </pc:picChg>
        <pc:picChg chg="add">
          <ac:chgData name="Gregory" userId="667828aaea72e801" providerId="LiveId" clId="{8E7D5137-7B6D-447F-952C-EC0098C31E13}" dt="2020-10-25T15:23:35.564" v="1690" actId="22"/>
          <ac:picMkLst>
            <pc:docMk/>
            <pc:sldMk cId="714993719" sldId="265"/>
            <ac:picMk id="68" creationId="{D97AF42A-9063-441A-ACA2-EBA94E6B7F22}"/>
          </ac:picMkLst>
        </pc:picChg>
        <pc:picChg chg="add">
          <ac:chgData name="Gregory" userId="667828aaea72e801" providerId="LiveId" clId="{8E7D5137-7B6D-447F-952C-EC0098C31E13}" dt="2020-10-25T15:23:35.781" v="1691" actId="22"/>
          <ac:picMkLst>
            <pc:docMk/>
            <pc:sldMk cId="714993719" sldId="265"/>
            <ac:picMk id="70" creationId="{89578D36-1DCD-472D-BCE7-17EC9E0BAAC7}"/>
          </ac:picMkLst>
        </pc:picChg>
        <pc:picChg chg="add del">
          <ac:chgData name="Gregory" userId="667828aaea72e801" providerId="LiveId" clId="{8E7D5137-7B6D-447F-952C-EC0098C31E13}" dt="2020-10-25T15:28:17.552" v="1819" actId="478"/>
          <ac:picMkLst>
            <pc:docMk/>
            <pc:sldMk cId="714993719" sldId="265"/>
            <ac:picMk id="72" creationId="{91E2C6F0-C5B7-45BF-88D7-074FF862567C}"/>
          </ac:picMkLst>
        </pc:picChg>
        <pc:picChg chg="add del">
          <ac:chgData name="Gregory" userId="667828aaea72e801" providerId="LiveId" clId="{8E7D5137-7B6D-447F-952C-EC0098C31E13}" dt="2020-10-25T15:28:15.576" v="1818" actId="478"/>
          <ac:picMkLst>
            <pc:docMk/>
            <pc:sldMk cId="714993719" sldId="265"/>
            <ac:picMk id="74" creationId="{0AAD758F-8468-40F8-9941-8EF1B7ACA138}"/>
          </ac:picMkLst>
        </pc:picChg>
        <pc:picChg chg="add del mod">
          <ac:chgData name="Gregory" userId="667828aaea72e801" providerId="LiveId" clId="{8E7D5137-7B6D-447F-952C-EC0098C31E13}" dt="2020-10-25T15:28:06.463" v="1816" actId="478"/>
          <ac:picMkLst>
            <pc:docMk/>
            <pc:sldMk cId="714993719" sldId="265"/>
            <ac:picMk id="76" creationId="{6664DAB9-B984-400D-8C8D-487C524301D6}"/>
          </ac:picMkLst>
        </pc:picChg>
        <pc:picChg chg="add del mod">
          <ac:chgData name="Gregory" userId="667828aaea72e801" providerId="LiveId" clId="{8E7D5137-7B6D-447F-952C-EC0098C31E13}" dt="2020-10-25T15:27:06.700" v="1809" actId="478"/>
          <ac:picMkLst>
            <pc:docMk/>
            <pc:sldMk cId="714993719" sldId="265"/>
            <ac:picMk id="78" creationId="{51191CAB-7A26-4248-B887-E173020C2FE8}"/>
          </ac:picMkLst>
        </pc:picChg>
        <pc:picChg chg="add del">
          <ac:chgData name="Gregory" userId="667828aaea72e801" providerId="LiveId" clId="{8E7D5137-7B6D-447F-952C-EC0098C31E13}" dt="2020-10-25T15:27:06.700" v="1809" actId="478"/>
          <ac:picMkLst>
            <pc:docMk/>
            <pc:sldMk cId="714993719" sldId="265"/>
            <ac:picMk id="80" creationId="{1B53A524-4FCA-47A7-87FB-1B65984C6482}"/>
          </ac:picMkLst>
        </pc:picChg>
        <pc:picChg chg="add del">
          <ac:chgData name="Gregory" userId="667828aaea72e801" providerId="LiveId" clId="{8E7D5137-7B6D-447F-952C-EC0098C31E13}" dt="2020-10-25T15:27:06.700" v="1809" actId="478"/>
          <ac:picMkLst>
            <pc:docMk/>
            <pc:sldMk cId="714993719" sldId="265"/>
            <ac:picMk id="82" creationId="{4E3AAFD2-E7E4-42C6-BB0E-0F68A778BB70}"/>
          </ac:picMkLst>
        </pc:picChg>
        <pc:picChg chg="add del mod">
          <ac:chgData name="Gregory" userId="667828aaea72e801" providerId="LiveId" clId="{8E7D5137-7B6D-447F-952C-EC0098C31E13}" dt="2020-10-25T15:28:06.463" v="1816" actId="478"/>
          <ac:picMkLst>
            <pc:docMk/>
            <pc:sldMk cId="714993719" sldId="265"/>
            <ac:picMk id="84" creationId="{315779CF-4BC1-4240-BB96-E8084930DED1}"/>
          </ac:picMkLst>
        </pc:picChg>
        <pc:picChg chg="add del mod">
          <ac:chgData name="Gregory" userId="667828aaea72e801" providerId="LiveId" clId="{8E7D5137-7B6D-447F-952C-EC0098C31E13}" dt="2020-10-25T15:27:06.700" v="1809" actId="478"/>
          <ac:picMkLst>
            <pc:docMk/>
            <pc:sldMk cId="714993719" sldId="265"/>
            <ac:picMk id="86" creationId="{56F13C83-A8CA-4C76-A35F-95C4E1EA8342}"/>
          </ac:picMkLst>
        </pc:picChg>
        <pc:picChg chg="add">
          <ac:chgData name="Gregory" userId="667828aaea72e801" providerId="LiveId" clId="{8E7D5137-7B6D-447F-952C-EC0098C31E13}" dt="2020-10-25T15:23:43.257" v="1701" actId="22"/>
          <ac:picMkLst>
            <pc:docMk/>
            <pc:sldMk cId="714993719" sldId="265"/>
            <ac:picMk id="88" creationId="{C5D333BE-E0F8-4798-93FC-513A9D10FC4B}"/>
          </ac:picMkLst>
        </pc:picChg>
        <pc:picChg chg="add del">
          <ac:chgData name="Gregory" userId="667828aaea72e801" providerId="LiveId" clId="{8E7D5137-7B6D-447F-952C-EC0098C31E13}" dt="2020-10-25T15:27:06.700" v="1809" actId="478"/>
          <ac:picMkLst>
            <pc:docMk/>
            <pc:sldMk cId="714993719" sldId="265"/>
            <ac:picMk id="90" creationId="{763132EC-7F50-46D5-9D77-88DF7AFF18FB}"/>
          </ac:picMkLst>
        </pc:picChg>
        <pc:picChg chg="add del">
          <ac:chgData name="Gregory" userId="667828aaea72e801" providerId="LiveId" clId="{8E7D5137-7B6D-447F-952C-EC0098C31E13}" dt="2020-10-25T15:28:12.500" v="1817" actId="478"/>
          <ac:picMkLst>
            <pc:docMk/>
            <pc:sldMk cId="714993719" sldId="265"/>
            <ac:picMk id="92" creationId="{A05AAB45-CF03-4011-9C6C-C96F5015A75D}"/>
          </ac:picMkLst>
        </pc:picChg>
        <pc:picChg chg="add del mod">
          <ac:chgData name="Gregory" userId="667828aaea72e801" providerId="LiveId" clId="{8E7D5137-7B6D-447F-952C-EC0098C31E13}" dt="2020-10-25T15:28:06.463" v="1816" actId="478"/>
          <ac:picMkLst>
            <pc:docMk/>
            <pc:sldMk cId="714993719" sldId="265"/>
            <ac:picMk id="94" creationId="{26A17BFE-E8D9-4E9D-ADE3-83CAFDC6E57D}"/>
          </ac:picMkLst>
        </pc:picChg>
        <pc:picChg chg="add">
          <ac:chgData name="Gregory" userId="667828aaea72e801" providerId="LiveId" clId="{8E7D5137-7B6D-447F-952C-EC0098C31E13}" dt="2020-10-25T15:23:43.969" v="1705" actId="22"/>
          <ac:picMkLst>
            <pc:docMk/>
            <pc:sldMk cId="714993719" sldId="265"/>
            <ac:picMk id="96" creationId="{591A80F8-5BB8-4F9C-91FA-E7FF6F7163B6}"/>
          </ac:picMkLst>
        </pc:picChg>
        <pc:picChg chg="add del">
          <ac:chgData name="Gregory" userId="667828aaea72e801" providerId="LiveId" clId="{8E7D5137-7B6D-447F-952C-EC0098C31E13}" dt="2020-10-25T15:28:15.576" v="1818" actId="478"/>
          <ac:picMkLst>
            <pc:docMk/>
            <pc:sldMk cId="714993719" sldId="265"/>
            <ac:picMk id="98" creationId="{2914475B-5A6B-467A-A3AA-84F0AAB9E77E}"/>
          </ac:picMkLst>
        </pc:picChg>
        <pc:picChg chg="add del">
          <ac:chgData name="Gregory" userId="667828aaea72e801" providerId="LiveId" clId="{8E7D5137-7B6D-447F-952C-EC0098C31E13}" dt="2020-10-25T15:28:02.256" v="1814" actId="478"/>
          <ac:picMkLst>
            <pc:docMk/>
            <pc:sldMk cId="714993719" sldId="265"/>
            <ac:picMk id="100" creationId="{07F17B0A-E19D-4774-A12D-89838252BD93}"/>
          </ac:picMkLst>
        </pc:picChg>
        <pc:picChg chg="add del">
          <ac:chgData name="Gregory" userId="667828aaea72e801" providerId="LiveId" clId="{8E7D5137-7B6D-447F-952C-EC0098C31E13}" dt="2020-10-25T15:28:12.500" v="1817" actId="478"/>
          <ac:picMkLst>
            <pc:docMk/>
            <pc:sldMk cId="714993719" sldId="265"/>
            <ac:picMk id="102" creationId="{5AF1E76C-46D1-4F43-A3C5-013752746366}"/>
          </ac:picMkLst>
        </pc:picChg>
        <pc:picChg chg="add">
          <ac:chgData name="Gregory" userId="667828aaea72e801" providerId="LiveId" clId="{8E7D5137-7B6D-447F-952C-EC0098C31E13}" dt="2020-10-25T15:23:44.751" v="1709" actId="22"/>
          <ac:picMkLst>
            <pc:docMk/>
            <pc:sldMk cId="714993719" sldId="265"/>
            <ac:picMk id="104" creationId="{67D13C6A-7120-4DF4-B62C-FC271419D92A}"/>
          </ac:picMkLst>
        </pc:picChg>
        <pc:picChg chg="add">
          <ac:chgData name="Gregory" userId="667828aaea72e801" providerId="LiveId" clId="{8E7D5137-7B6D-447F-952C-EC0098C31E13}" dt="2020-10-25T15:23:44.934" v="1710" actId="22"/>
          <ac:picMkLst>
            <pc:docMk/>
            <pc:sldMk cId="714993719" sldId="265"/>
            <ac:picMk id="106" creationId="{7260EE1C-35FB-466E-8FC7-01B5E0712548}"/>
          </ac:picMkLst>
        </pc:picChg>
        <pc:picChg chg="add">
          <ac:chgData name="Gregory" userId="667828aaea72e801" providerId="LiveId" clId="{8E7D5137-7B6D-447F-952C-EC0098C31E13}" dt="2020-10-25T15:23:45.070" v="1711" actId="22"/>
          <ac:picMkLst>
            <pc:docMk/>
            <pc:sldMk cId="714993719" sldId="265"/>
            <ac:picMk id="108" creationId="{6FCE20D1-4816-4A13-AC0F-F273F183C83A}"/>
          </ac:picMkLst>
        </pc:picChg>
        <pc:picChg chg="add mod">
          <ac:chgData name="Gregory" userId="667828aaea72e801" providerId="LiveId" clId="{8E7D5137-7B6D-447F-952C-EC0098C31E13}" dt="2020-10-25T15:24:09.568" v="1721" actId="1076"/>
          <ac:picMkLst>
            <pc:docMk/>
            <pc:sldMk cId="714993719" sldId="265"/>
            <ac:picMk id="110" creationId="{84C3AC8E-F474-4787-AA2A-702FBB8B26CB}"/>
          </ac:picMkLst>
        </pc:picChg>
      </pc:sldChg>
      <pc:sldChg chg="addSp delSp modSp mod addCm">
        <pc:chgData name="Gregory" userId="667828aaea72e801" providerId="LiveId" clId="{8E7D5137-7B6D-447F-952C-EC0098C31E13}" dt="2020-10-25T14:43:42.170" v="223" actId="207"/>
        <pc:sldMkLst>
          <pc:docMk/>
          <pc:sldMk cId="794465523" sldId="266"/>
        </pc:sldMkLst>
        <pc:spChg chg="add mod">
          <ac:chgData name="Gregory" userId="667828aaea72e801" providerId="LiveId" clId="{8E7D5137-7B6D-447F-952C-EC0098C31E13}" dt="2020-10-25T14:38:16.229" v="151" actId="403"/>
          <ac:spMkLst>
            <pc:docMk/>
            <pc:sldMk cId="794465523" sldId="266"/>
            <ac:spMk id="5" creationId="{4E51DD1C-1314-4933-A4E0-9337D829EEC0}"/>
          </ac:spMkLst>
        </pc:spChg>
        <pc:spChg chg="add del mod">
          <ac:chgData name="Gregory" userId="667828aaea72e801" providerId="LiveId" clId="{8E7D5137-7B6D-447F-952C-EC0098C31E13}" dt="2020-10-25T14:35:43.646" v="121" actId="478"/>
          <ac:spMkLst>
            <pc:docMk/>
            <pc:sldMk cId="794465523" sldId="266"/>
            <ac:spMk id="13" creationId="{9E045D1D-5BFE-4E02-87B2-BD16C18FB5E2}"/>
          </ac:spMkLst>
        </pc:spChg>
        <pc:spChg chg="mod">
          <ac:chgData name="Gregory" userId="667828aaea72e801" providerId="LiveId" clId="{8E7D5137-7B6D-447F-952C-EC0098C31E13}" dt="2020-10-25T14:43:42.170" v="223" actId="207"/>
          <ac:spMkLst>
            <pc:docMk/>
            <pc:sldMk cId="794465523" sldId="266"/>
            <ac:spMk id="125" creationId="{00000000-0000-0000-0000-000000000000}"/>
          </ac:spMkLst>
        </pc:spChg>
        <pc:picChg chg="mod">
          <ac:chgData name="Gregory" userId="667828aaea72e801" providerId="LiveId" clId="{8E7D5137-7B6D-447F-952C-EC0098C31E13}" dt="2020-10-25T14:36:31.392" v="128" actId="1076"/>
          <ac:picMkLst>
            <pc:docMk/>
            <pc:sldMk cId="794465523" sldId="266"/>
            <ac:picMk id="3" creationId="{8378AECF-EC5B-4F3B-B635-9914143148D0}"/>
          </ac:picMkLst>
        </pc:picChg>
      </pc:sldChg>
      <pc:sldChg chg="addSp delSp modSp mod">
        <pc:chgData name="Gregory" userId="667828aaea72e801" providerId="LiveId" clId="{8E7D5137-7B6D-447F-952C-EC0098C31E13}" dt="2020-10-25T15:22:16.742" v="1601" actId="21"/>
        <pc:sldMkLst>
          <pc:docMk/>
          <pc:sldMk cId="714283257" sldId="267"/>
        </pc:sldMkLst>
        <pc:picChg chg="add del mod">
          <ac:chgData name="Gregory" userId="667828aaea72e801" providerId="LiveId" clId="{8E7D5137-7B6D-447F-952C-EC0098C31E13}" dt="2020-10-25T15:22:16.742" v="1601" actId="21"/>
          <ac:picMkLst>
            <pc:docMk/>
            <pc:sldMk cId="714283257" sldId="267"/>
            <ac:picMk id="5" creationId="{FBD913C8-334F-46D7-AB1D-A371479926C4}"/>
          </ac:picMkLst>
        </pc:picChg>
      </pc:sldChg>
      <pc:sldChg chg="modSp mod">
        <pc:chgData name="Gregory" userId="667828aaea72e801" providerId="LiveId" clId="{8E7D5137-7B6D-447F-952C-EC0098C31E13}" dt="2020-10-25T14:53:32.554" v="645" actId="20577"/>
        <pc:sldMkLst>
          <pc:docMk/>
          <pc:sldMk cId="2560081867" sldId="270"/>
        </pc:sldMkLst>
        <pc:spChg chg="mod">
          <ac:chgData name="Gregory" userId="667828aaea72e801" providerId="LiveId" clId="{8E7D5137-7B6D-447F-952C-EC0098C31E13}" dt="2020-10-25T14:53:32.554" v="645" actId="20577"/>
          <ac:spMkLst>
            <pc:docMk/>
            <pc:sldMk cId="2560081867" sldId="270"/>
            <ac:spMk id="124" creationId="{00000000-0000-0000-0000-000000000000}"/>
          </ac:spMkLst>
        </pc:spChg>
      </pc:sldChg>
      <pc:sldChg chg="modSp mod">
        <pc:chgData name="Gregory" userId="667828aaea72e801" providerId="LiveId" clId="{8E7D5137-7B6D-447F-952C-EC0098C31E13}" dt="2020-10-25T15:00:57.700" v="936" actId="14838"/>
        <pc:sldMkLst>
          <pc:docMk/>
          <pc:sldMk cId="2663831071" sldId="272"/>
        </pc:sldMkLst>
        <pc:spChg chg="mod">
          <ac:chgData name="Gregory" userId="667828aaea72e801" providerId="LiveId" clId="{8E7D5137-7B6D-447F-952C-EC0098C31E13}" dt="2020-10-25T14:50:31.316" v="356" actId="20577"/>
          <ac:spMkLst>
            <pc:docMk/>
            <pc:sldMk cId="2663831071" sldId="272"/>
            <ac:spMk id="124" creationId="{00000000-0000-0000-0000-000000000000}"/>
          </ac:spMkLst>
        </pc:spChg>
        <pc:graphicFrameChg chg="mod modGraphic">
          <ac:chgData name="Gregory" userId="667828aaea72e801" providerId="LiveId" clId="{8E7D5137-7B6D-447F-952C-EC0098C31E13}" dt="2020-10-25T14:33:33.021" v="50" actId="403"/>
          <ac:graphicFrameMkLst>
            <pc:docMk/>
            <pc:sldMk cId="2663831071" sldId="272"/>
            <ac:graphicFrameMk id="2" creationId="{3A910C31-F1B3-46B5-9028-210B91C412BF}"/>
          </ac:graphicFrameMkLst>
        </pc:graphicFrameChg>
        <pc:graphicFrameChg chg="mod modGraphic">
          <ac:chgData name="Gregory" userId="667828aaea72e801" providerId="LiveId" clId="{8E7D5137-7B6D-447F-952C-EC0098C31E13}" dt="2020-10-25T15:00:57.700" v="936" actId="14838"/>
          <ac:graphicFrameMkLst>
            <pc:docMk/>
            <pc:sldMk cId="2663831071" sldId="272"/>
            <ac:graphicFrameMk id="3" creationId="{2CEBC72C-A035-40BD-9B24-7B91F4AB92E0}"/>
          </ac:graphicFrameMkLst>
        </pc:graphicFrameChg>
      </pc:sldChg>
      <pc:sldChg chg="addSp delSp modSp add mod">
        <pc:chgData name="Gregory" userId="667828aaea72e801" providerId="LiveId" clId="{8E7D5137-7B6D-447F-952C-EC0098C31E13}" dt="2020-10-25T15:05:38.021" v="1292" actId="20577"/>
        <pc:sldMkLst>
          <pc:docMk/>
          <pc:sldMk cId="4019798891" sldId="273"/>
        </pc:sldMkLst>
        <pc:spChg chg="add mod">
          <ac:chgData name="Gregory" userId="667828aaea72e801" providerId="LiveId" clId="{8E7D5137-7B6D-447F-952C-EC0098C31E13}" dt="2020-10-25T15:05:38.021" v="1292" actId="20577"/>
          <ac:spMkLst>
            <pc:docMk/>
            <pc:sldMk cId="4019798891" sldId="273"/>
            <ac:spMk id="2" creationId="{5924957E-F495-4348-B1B4-B116FE0F1B7D}"/>
          </ac:spMkLst>
        </pc:spChg>
        <pc:spChg chg="mod">
          <ac:chgData name="Gregory" userId="667828aaea72e801" providerId="LiveId" clId="{8E7D5137-7B6D-447F-952C-EC0098C31E13}" dt="2020-10-25T14:46:13.928" v="256" actId="20577"/>
          <ac:spMkLst>
            <pc:docMk/>
            <pc:sldMk cId="4019798891" sldId="273"/>
            <ac:spMk id="124" creationId="{00000000-0000-0000-0000-000000000000}"/>
          </ac:spMkLst>
        </pc:spChg>
        <pc:picChg chg="del">
          <ac:chgData name="Gregory" userId="667828aaea72e801" providerId="LiveId" clId="{8E7D5137-7B6D-447F-952C-EC0098C31E13}" dt="2020-10-25T14:47:40.248" v="283" actId="478"/>
          <ac:picMkLst>
            <pc:docMk/>
            <pc:sldMk cId="4019798891" sldId="273"/>
            <ac:picMk id="3" creationId="{0DADBBDD-0DEC-4ECF-8547-3E84814E0253}"/>
          </ac:picMkLst>
        </pc:picChg>
        <pc:picChg chg="del">
          <ac:chgData name="Gregory" userId="667828aaea72e801" providerId="LiveId" clId="{8E7D5137-7B6D-447F-952C-EC0098C31E13}" dt="2020-10-25T14:47:41.720" v="284" actId="478"/>
          <ac:picMkLst>
            <pc:docMk/>
            <pc:sldMk cId="4019798891" sldId="273"/>
            <ac:picMk id="11" creationId="{AA9D45C4-0A56-421B-87A1-AEC0E3F06124}"/>
          </ac:picMkLst>
        </pc:picChg>
      </pc:sldChg>
      <pc:sldChg chg="delSp modSp add mod">
        <pc:chgData name="Gregory" userId="667828aaea72e801" providerId="LiveId" clId="{8E7D5137-7B6D-447F-952C-EC0098C31E13}" dt="2020-10-25T14:47:37.296" v="282" actId="478"/>
        <pc:sldMkLst>
          <pc:docMk/>
          <pc:sldMk cId="1904845782" sldId="274"/>
        </pc:sldMkLst>
        <pc:spChg chg="mod">
          <ac:chgData name="Gregory" userId="667828aaea72e801" providerId="LiveId" clId="{8E7D5137-7B6D-447F-952C-EC0098C31E13}" dt="2020-10-25T14:46:40.087" v="280" actId="20577"/>
          <ac:spMkLst>
            <pc:docMk/>
            <pc:sldMk cId="1904845782" sldId="274"/>
            <ac:spMk id="124" creationId="{00000000-0000-0000-0000-000000000000}"/>
          </ac:spMkLst>
        </pc:spChg>
        <pc:picChg chg="del">
          <ac:chgData name="Gregory" userId="667828aaea72e801" providerId="LiveId" clId="{8E7D5137-7B6D-447F-952C-EC0098C31E13}" dt="2020-10-25T14:47:35.821" v="281" actId="478"/>
          <ac:picMkLst>
            <pc:docMk/>
            <pc:sldMk cId="1904845782" sldId="274"/>
            <ac:picMk id="3" creationId="{0DADBBDD-0DEC-4ECF-8547-3E84814E0253}"/>
          </ac:picMkLst>
        </pc:picChg>
        <pc:picChg chg="del">
          <ac:chgData name="Gregory" userId="667828aaea72e801" providerId="LiveId" clId="{8E7D5137-7B6D-447F-952C-EC0098C31E13}" dt="2020-10-25T14:47:37.296" v="282" actId="478"/>
          <ac:picMkLst>
            <pc:docMk/>
            <pc:sldMk cId="1904845782" sldId="274"/>
            <ac:picMk id="11" creationId="{AA9D45C4-0A56-421B-87A1-AEC0E3F06124}"/>
          </ac:picMkLst>
        </pc:picChg>
      </pc:sldChg>
      <pc:sldChg chg="addSp delSp modSp add mod">
        <pc:chgData name="Gregory" userId="667828aaea72e801" providerId="LiveId" clId="{8E7D5137-7B6D-447F-952C-EC0098C31E13}" dt="2020-10-25T15:33:25.409" v="2113" actId="20577"/>
        <pc:sldMkLst>
          <pc:docMk/>
          <pc:sldMk cId="2079825287" sldId="275"/>
        </pc:sldMkLst>
        <pc:spChg chg="add del mod">
          <ac:chgData name="Gregory" userId="667828aaea72e801" providerId="LiveId" clId="{8E7D5137-7B6D-447F-952C-EC0098C31E13}" dt="2020-10-25T15:10:38.450" v="1370"/>
          <ac:spMkLst>
            <pc:docMk/>
            <pc:sldMk cId="2079825287" sldId="275"/>
            <ac:spMk id="2" creationId="{D2C814DA-4693-4FE5-BF32-B59E872C929B}"/>
          </ac:spMkLst>
        </pc:spChg>
        <pc:spChg chg="add mod">
          <ac:chgData name="Gregory" userId="667828aaea72e801" providerId="LiveId" clId="{8E7D5137-7B6D-447F-952C-EC0098C31E13}" dt="2020-10-25T15:33:25.409" v="2113" actId="20577"/>
          <ac:spMkLst>
            <pc:docMk/>
            <pc:sldMk cId="2079825287" sldId="275"/>
            <ac:spMk id="16" creationId="{2082510D-AD2B-4517-B758-D401676995E7}"/>
          </ac:spMkLst>
        </pc:spChg>
        <pc:spChg chg="mod">
          <ac:chgData name="Gregory" userId="667828aaea72e801" providerId="LiveId" clId="{8E7D5137-7B6D-447F-952C-EC0098C31E13}" dt="2020-10-25T14:50:50.387" v="394" actId="20577"/>
          <ac:spMkLst>
            <pc:docMk/>
            <pc:sldMk cId="2079825287" sldId="275"/>
            <ac:spMk id="124" creationId="{00000000-0000-0000-0000-000000000000}"/>
          </ac:spMkLst>
        </pc:spChg>
        <pc:picChg chg="del">
          <ac:chgData name="Gregory" userId="667828aaea72e801" providerId="LiveId" clId="{8E7D5137-7B6D-447F-952C-EC0098C31E13}" dt="2020-10-25T14:47:45.088" v="285" actId="478"/>
          <ac:picMkLst>
            <pc:docMk/>
            <pc:sldMk cId="2079825287" sldId="275"/>
            <ac:picMk id="3" creationId="{0DADBBDD-0DEC-4ECF-8547-3E84814E0253}"/>
          </ac:picMkLst>
        </pc:picChg>
        <pc:picChg chg="add del">
          <ac:chgData name="Gregory" userId="667828aaea72e801" providerId="LiveId" clId="{8E7D5137-7B6D-447F-952C-EC0098C31E13}" dt="2020-10-25T14:48:32.320" v="288" actId="478"/>
          <ac:picMkLst>
            <pc:docMk/>
            <pc:sldMk cId="2079825287" sldId="275"/>
            <ac:picMk id="11" creationId="{AA9D45C4-0A56-421B-87A1-AEC0E3F0612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Фото — горизонтально">
    <p:bg>
      <p:bgPr>
        <a:solidFill>
          <a:srgbClr val="FFFFFF"/>
        </a:solidFill>
        <a:effectLst/>
      </p:bgPr>
    </p:bg>
    <p:spTree>
      <p:nvGrpSpPr>
        <p:cNvPr id="1" name=""/>
        <p:cNvGrpSpPr/>
        <p:nvPr/>
      </p:nvGrpSpPr>
      <p:grpSpPr>
        <a:xfrm>
          <a:off x="0" y="0"/>
          <a:ext cx="0" cy="0"/>
          <a:chOff x="0" y="0"/>
          <a:chExt cx="0" cy="0"/>
        </a:xfrm>
      </p:grpSpPr>
      <p:sp>
        <p:nvSpPr>
          <p:cNvPr id="19" name="Изображение"/>
          <p:cNvSpPr>
            <a:spLocks noGrp="1"/>
          </p:cNvSpPr>
          <p:nvPr>
            <p:ph type="pic" idx="13"/>
          </p:nvPr>
        </p:nvSpPr>
        <p:spPr>
          <a:xfrm>
            <a:off x="1129605" y="446485"/>
            <a:ext cx="6875860" cy="4161234"/>
          </a:xfrm>
          <a:prstGeom prst="rect">
            <a:avLst/>
          </a:prstGeom>
        </p:spPr>
        <p:txBody>
          <a:bodyPr lIns="91439" tIns="45719" rIns="91439" bIns="45719" anchor="t">
            <a:noAutofit/>
          </a:bodyPr>
          <a:lstStyle/>
          <a:p>
            <a:endParaRPr/>
          </a:p>
        </p:txBody>
      </p:sp>
      <p:sp>
        <p:nvSpPr>
          <p:cNvPr id="20" name="Текст заголовка"/>
          <p:cNvSpPr txBox="1">
            <a:spLocks noGrp="1"/>
          </p:cNvSpPr>
          <p:nvPr>
            <p:ph type="title"/>
          </p:nvPr>
        </p:nvSpPr>
        <p:spPr>
          <a:xfrm>
            <a:off x="892970" y="4723808"/>
            <a:ext cx="7358063" cy="1000125"/>
          </a:xfrm>
          <a:prstGeom prst="rect">
            <a:avLst/>
          </a:prstGeom>
        </p:spPr>
        <p:txBody>
          <a:bodyPr anchor="b"/>
          <a:lstStyle/>
          <a:p>
            <a:r>
              <a:t>Текст заголовка</a:t>
            </a:r>
          </a:p>
        </p:txBody>
      </p:sp>
      <p:sp>
        <p:nvSpPr>
          <p:cNvPr id="21" name="Уровень текста 1…"/>
          <p:cNvSpPr txBox="1">
            <a:spLocks noGrp="1"/>
          </p:cNvSpPr>
          <p:nvPr>
            <p:ph type="body" sz="quarter" idx="1"/>
          </p:nvPr>
        </p:nvSpPr>
        <p:spPr>
          <a:xfrm>
            <a:off x="892970" y="5759649"/>
            <a:ext cx="7358063" cy="794742"/>
          </a:xfrm>
          <a:prstGeom prst="rect">
            <a:avLst/>
          </a:prstGeom>
        </p:spPr>
        <p:txBody>
          <a:bodyPr anchor="t"/>
          <a:lstStyle>
            <a:lvl1pPr marL="0" indent="0" algn="ctr">
              <a:spcBef>
                <a:spcPts val="0"/>
              </a:spcBef>
              <a:buSzTx/>
              <a:buNone/>
              <a:defRPr sz="1688"/>
            </a:lvl1pPr>
            <a:lvl2pPr marL="0" indent="120544" algn="ctr">
              <a:spcBef>
                <a:spcPts val="0"/>
              </a:spcBef>
              <a:buSzTx/>
              <a:buNone/>
              <a:defRPr sz="1688"/>
            </a:lvl2pPr>
            <a:lvl3pPr marL="0" indent="241087" algn="ctr">
              <a:spcBef>
                <a:spcPts val="0"/>
              </a:spcBef>
              <a:buSzTx/>
              <a:buNone/>
              <a:defRPr sz="1688"/>
            </a:lvl3pPr>
            <a:lvl4pPr marL="0" indent="361631" algn="ctr">
              <a:spcBef>
                <a:spcPts val="0"/>
              </a:spcBef>
              <a:buSzTx/>
              <a:buNone/>
              <a:defRPr sz="1688"/>
            </a:lvl4pPr>
            <a:lvl5pPr marL="0" indent="482174" algn="ctr">
              <a:spcBef>
                <a:spcPts val="0"/>
              </a:spcBef>
              <a:buSzTx/>
              <a:buNone/>
              <a:defRPr sz="1688"/>
            </a:lvl5pPr>
          </a:lstStyle>
          <a:p>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22" name="Номер слайда"/>
          <p:cNvSpPr txBox="1">
            <a:spLocks noGrp="1"/>
          </p:cNvSpPr>
          <p:nvPr>
            <p:ph type="sldNum" sz="quarter" idx="2"/>
          </p:nvPr>
        </p:nvSpPr>
        <p:spPr>
          <a:xfrm>
            <a:off x="4437982" y="6500814"/>
            <a:ext cx="226024" cy="248658"/>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5745459"/>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Заголовок — по центру">
    <p:bg>
      <p:bgPr>
        <a:solidFill>
          <a:srgbClr val="FFFFFF"/>
        </a:solidFill>
        <a:effectLst/>
      </p:bgPr>
    </p:bg>
    <p:spTree>
      <p:nvGrpSpPr>
        <p:cNvPr id="1" name=""/>
        <p:cNvGrpSpPr/>
        <p:nvPr/>
      </p:nvGrpSpPr>
      <p:grpSpPr>
        <a:xfrm>
          <a:off x="0" y="0"/>
          <a:ext cx="0" cy="0"/>
          <a:chOff x="0" y="0"/>
          <a:chExt cx="0" cy="0"/>
        </a:xfrm>
      </p:grpSpPr>
      <p:sp>
        <p:nvSpPr>
          <p:cNvPr id="29" name="Номер слайда"/>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73760552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Фото — вертикально">
    <p:bg>
      <p:bgPr>
        <a:solidFill>
          <a:srgbClr val="FFFFFF"/>
        </a:solidFill>
        <a:effectLst/>
      </p:bgPr>
    </p:bg>
    <p:spTree>
      <p:nvGrpSpPr>
        <p:cNvPr id="1" name=""/>
        <p:cNvGrpSpPr/>
        <p:nvPr/>
      </p:nvGrpSpPr>
      <p:grpSpPr>
        <a:xfrm>
          <a:off x="0" y="0"/>
          <a:ext cx="0" cy="0"/>
          <a:chOff x="0" y="0"/>
          <a:chExt cx="0" cy="0"/>
        </a:xfrm>
      </p:grpSpPr>
      <p:sp>
        <p:nvSpPr>
          <p:cNvPr id="36" name="Изображение"/>
          <p:cNvSpPr>
            <a:spLocks noGrp="1"/>
          </p:cNvSpPr>
          <p:nvPr>
            <p:ph type="pic" sz="half" idx="13"/>
          </p:nvPr>
        </p:nvSpPr>
        <p:spPr>
          <a:xfrm>
            <a:off x="4723806" y="446484"/>
            <a:ext cx="3750469" cy="5786438"/>
          </a:xfrm>
          <a:prstGeom prst="rect">
            <a:avLst/>
          </a:prstGeom>
        </p:spPr>
        <p:txBody>
          <a:bodyPr lIns="91439" tIns="45719" rIns="91439" bIns="45719" anchor="t">
            <a:noAutofit/>
          </a:bodyPr>
          <a:lstStyle/>
          <a:p>
            <a:endParaRPr/>
          </a:p>
        </p:txBody>
      </p:sp>
      <p:sp>
        <p:nvSpPr>
          <p:cNvPr id="37" name="Текст заголовка"/>
          <p:cNvSpPr txBox="1">
            <a:spLocks noGrp="1"/>
          </p:cNvSpPr>
          <p:nvPr>
            <p:ph type="title"/>
          </p:nvPr>
        </p:nvSpPr>
        <p:spPr>
          <a:xfrm>
            <a:off x="669728" y="446484"/>
            <a:ext cx="3750469" cy="2803922"/>
          </a:xfrm>
          <a:prstGeom prst="rect">
            <a:avLst/>
          </a:prstGeom>
        </p:spPr>
        <p:txBody>
          <a:bodyPr anchor="b"/>
          <a:lstStyle>
            <a:lvl1pPr>
              <a:defRPr sz="3164"/>
            </a:lvl1pPr>
          </a:lstStyle>
          <a:p>
            <a:r>
              <a:t>Текст заголовка</a:t>
            </a:r>
          </a:p>
        </p:txBody>
      </p:sp>
      <p:sp>
        <p:nvSpPr>
          <p:cNvPr id="38" name="Уровень текста 1…"/>
          <p:cNvSpPr txBox="1">
            <a:spLocks noGrp="1"/>
          </p:cNvSpPr>
          <p:nvPr>
            <p:ph type="body" sz="quarter" idx="1"/>
          </p:nvPr>
        </p:nvSpPr>
        <p:spPr>
          <a:xfrm>
            <a:off x="669728" y="3348636"/>
            <a:ext cx="3750469" cy="2884289"/>
          </a:xfrm>
          <a:prstGeom prst="rect">
            <a:avLst/>
          </a:prstGeom>
        </p:spPr>
        <p:txBody>
          <a:bodyPr anchor="t"/>
          <a:lstStyle>
            <a:lvl1pPr marL="0" indent="0" algn="ctr">
              <a:spcBef>
                <a:spcPts val="0"/>
              </a:spcBef>
              <a:buSzTx/>
              <a:buNone/>
              <a:defRPr sz="1688"/>
            </a:lvl1pPr>
            <a:lvl2pPr marL="0" indent="120544" algn="ctr">
              <a:spcBef>
                <a:spcPts val="0"/>
              </a:spcBef>
              <a:buSzTx/>
              <a:buNone/>
              <a:defRPr sz="1688"/>
            </a:lvl2pPr>
            <a:lvl3pPr marL="0" indent="241087" algn="ctr">
              <a:spcBef>
                <a:spcPts val="0"/>
              </a:spcBef>
              <a:buSzTx/>
              <a:buNone/>
              <a:defRPr sz="1688"/>
            </a:lvl3pPr>
            <a:lvl4pPr marL="0" indent="361631" algn="ctr">
              <a:spcBef>
                <a:spcPts val="0"/>
              </a:spcBef>
              <a:buSzTx/>
              <a:buNone/>
              <a:defRPr sz="1688"/>
            </a:lvl4pPr>
            <a:lvl5pPr marL="0" indent="482174" algn="ctr">
              <a:spcBef>
                <a:spcPts val="0"/>
              </a:spcBef>
              <a:buSzTx/>
              <a:buNone/>
              <a:defRPr sz="1688"/>
            </a:lvl5pPr>
          </a:lstStyle>
          <a:p>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39" name="Номер слайда"/>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63596454"/>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Заголовок и пункты">
    <p:bg>
      <p:bgPr>
        <a:solidFill>
          <a:srgbClr val="FFFFFF"/>
        </a:solidFill>
        <a:effectLst/>
      </p:bgPr>
    </p:bg>
    <p:spTree>
      <p:nvGrpSpPr>
        <p:cNvPr id="1" name=""/>
        <p:cNvGrpSpPr/>
        <p:nvPr/>
      </p:nvGrpSpPr>
      <p:grpSpPr>
        <a:xfrm>
          <a:off x="0" y="0"/>
          <a:ext cx="0" cy="0"/>
          <a:chOff x="0" y="0"/>
          <a:chExt cx="0" cy="0"/>
        </a:xfrm>
      </p:grpSpPr>
      <p:sp>
        <p:nvSpPr>
          <p:cNvPr id="53" name="Текст заголовка"/>
          <p:cNvSpPr txBox="1">
            <a:spLocks noGrp="1"/>
          </p:cNvSpPr>
          <p:nvPr>
            <p:ph type="title"/>
          </p:nvPr>
        </p:nvSpPr>
        <p:spPr>
          <a:prstGeom prst="rect">
            <a:avLst/>
          </a:prstGeom>
        </p:spPr>
        <p:txBody>
          <a:bodyPr/>
          <a:lstStyle/>
          <a:p>
            <a:r>
              <a:t>Текст заголовка</a:t>
            </a:r>
          </a:p>
        </p:txBody>
      </p:sp>
      <p:sp>
        <p:nvSpPr>
          <p:cNvPr id="54" name="Уровень текста 1…"/>
          <p:cNvSpPr txBox="1">
            <a:spLocks noGrp="1"/>
          </p:cNvSpPr>
          <p:nvPr>
            <p:ph type="body" idx="1"/>
          </p:nvPr>
        </p:nvSpPr>
        <p:spPr>
          <a:prstGeom prst="rect">
            <a:avLst/>
          </a:prstGeom>
        </p:spPr>
        <p:txBody>
          <a:bodyPr/>
          <a:lstStyle/>
          <a:p>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55" name="Номер слайда"/>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93306457"/>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Заголовок, пункты и фото">
    <p:bg>
      <p:bgPr>
        <a:solidFill>
          <a:srgbClr val="FFFFFF"/>
        </a:solidFill>
        <a:effectLst/>
      </p:bgPr>
    </p:bg>
    <p:spTree>
      <p:nvGrpSpPr>
        <p:cNvPr id="1" name=""/>
        <p:cNvGrpSpPr/>
        <p:nvPr/>
      </p:nvGrpSpPr>
      <p:grpSpPr>
        <a:xfrm>
          <a:off x="0" y="0"/>
          <a:ext cx="0" cy="0"/>
          <a:chOff x="0" y="0"/>
          <a:chExt cx="0" cy="0"/>
        </a:xfrm>
      </p:grpSpPr>
      <p:sp>
        <p:nvSpPr>
          <p:cNvPr id="62" name="Изображение"/>
          <p:cNvSpPr>
            <a:spLocks noGrp="1"/>
          </p:cNvSpPr>
          <p:nvPr>
            <p:ph type="pic" sz="half" idx="13"/>
          </p:nvPr>
        </p:nvSpPr>
        <p:spPr>
          <a:xfrm>
            <a:off x="4723806" y="1830589"/>
            <a:ext cx="3750469" cy="4420195"/>
          </a:xfrm>
          <a:prstGeom prst="rect">
            <a:avLst/>
          </a:prstGeom>
        </p:spPr>
        <p:txBody>
          <a:bodyPr lIns="91439" tIns="45719" rIns="91439" bIns="45719" anchor="t">
            <a:noAutofit/>
          </a:bodyPr>
          <a:lstStyle/>
          <a:p>
            <a:endParaRPr/>
          </a:p>
        </p:txBody>
      </p:sp>
      <p:sp>
        <p:nvSpPr>
          <p:cNvPr id="63" name="Текст заголовка"/>
          <p:cNvSpPr txBox="1">
            <a:spLocks noGrp="1"/>
          </p:cNvSpPr>
          <p:nvPr>
            <p:ph type="title"/>
          </p:nvPr>
        </p:nvSpPr>
        <p:spPr>
          <a:prstGeom prst="rect">
            <a:avLst/>
          </a:prstGeom>
        </p:spPr>
        <p:txBody>
          <a:bodyPr/>
          <a:lstStyle/>
          <a:p>
            <a:r>
              <a:t>Текст заголовка</a:t>
            </a:r>
          </a:p>
        </p:txBody>
      </p:sp>
      <p:sp>
        <p:nvSpPr>
          <p:cNvPr id="64" name="Уровень текста 1…"/>
          <p:cNvSpPr txBox="1">
            <a:spLocks noGrp="1"/>
          </p:cNvSpPr>
          <p:nvPr>
            <p:ph type="body" sz="half" idx="1"/>
          </p:nvPr>
        </p:nvSpPr>
        <p:spPr>
          <a:xfrm>
            <a:off x="669728" y="1830589"/>
            <a:ext cx="3750469" cy="4420195"/>
          </a:xfrm>
          <a:prstGeom prst="rect">
            <a:avLst/>
          </a:prstGeom>
        </p:spPr>
        <p:txBody>
          <a:bodyPr/>
          <a:lstStyle>
            <a:lvl1pPr marL="180815" indent="-180815">
              <a:spcBef>
                <a:spcPts val="1688"/>
              </a:spcBef>
              <a:defRPr sz="1477"/>
            </a:lvl1pPr>
            <a:lvl2pPr marL="361631" indent="-180815">
              <a:spcBef>
                <a:spcPts val="1688"/>
              </a:spcBef>
              <a:defRPr sz="1477"/>
            </a:lvl2pPr>
            <a:lvl3pPr marL="542446" indent="-180815">
              <a:spcBef>
                <a:spcPts val="1688"/>
              </a:spcBef>
              <a:defRPr sz="1477"/>
            </a:lvl3pPr>
            <a:lvl4pPr marL="723261" indent="-180815">
              <a:spcBef>
                <a:spcPts val="1688"/>
              </a:spcBef>
              <a:defRPr sz="1477"/>
            </a:lvl4pPr>
            <a:lvl5pPr marL="904076" indent="-180815">
              <a:spcBef>
                <a:spcPts val="1688"/>
              </a:spcBef>
              <a:defRPr sz="1477"/>
            </a:lvl5pPr>
          </a:lstStyle>
          <a:p>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65" name="Номер слайда"/>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495453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Пункты">
    <p:bg>
      <p:bgPr>
        <a:solidFill>
          <a:srgbClr val="FFFFFF"/>
        </a:solidFill>
        <a:effectLst/>
      </p:bgPr>
    </p:bg>
    <p:spTree>
      <p:nvGrpSpPr>
        <p:cNvPr id="1" name=""/>
        <p:cNvGrpSpPr/>
        <p:nvPr/>
      </p:nvGrpSpPr>
      <p:grpSpPr>
        <a:xfrm>
          <a:off x="0" y="0"/>
          <a:ext cx="0" cy="0"/>
          <a:chOff x="0" y="0"/>
          <a:chExt cx="0" cy="0"/>
        </a:xfrm>
      </p:grpSpPr>
      <p:sp>
        <p:nvSpPr>
          <p:cNvPr id="72" name="Уровень текста 1…"/>
          <p:cNvSpPr txBox="1">
            <a:spLocks noGrp="1"/>
          </p:cNvSpPr>
          <p:nvPr>
            <p:ph type="body" idx="1"/>
          </p:nvPr>
        </p:nvSpPr>
        <p:spPr>
          <a:xfrm>
            <a:off x="669728" y="892972"/>
            <a:ext cx="7804547" cy="5072063"/>
          </a:xfrm>
          <a:prstGeom prst="rect">
            <a:avLst/>
          </a:prstGeom>
        </p:spPr>
        <p:txBody>
          <a:bodyPr/>
          <a:lstStyle/>
          <a:p>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73" name="Номер слайда"/>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047609488"/>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Фото — 3 шт.">
    <p:bg>
      <p:bgPr>
        <a:solidFill>
          <a:srgbClr val="FFFFFF"/>
        </a:solidFill>
        <a:effectLst/>
      </p:bgPr>
    </p:bg>
    <p:spTree>
      <p:nvGrpSpPr>
        <p:cNvPr id="1" name=""/>
        <p:cNvGrpSpPr/>
        <p:nvPr/>
      </p:nvGrpSpPr>
      <p:grpSpPr>
        <a:xfrm>
          <a:off x="0" y="0"/>
          <a:ext cx="0" cy="0"/>
          <a:chOff x="0" y="0"/>
          <a:chExt cx="0" cy="0"/>
        </a:xfrm>
      </p:grpSpPr>
      <p:sp>
        <p:nvSpPr>
          <p:cNvPr id="80" name="Изображение"/>
          <p:cNvSpPr>
            <a:spLocks noGrp="1"/>
          </p:cNvSpPr>
          <p:nvPr>
            <p:ph type="pic" sz="quarter" idx="13"/>
          </p:nvPr>
        </p:nvSpPr>
        <p:spPr>
          <a:xfrm>
            <a:off x="4723806" y="3580808"/>
            <a:ext cx="3750469" cy="2652117"/>
          </a:xfrm>
          <a:prstGeom prst="rect">
            <a:avLst/>
          </a:prstGeom>
        </p:spPr>
        <p:txBody>
          <a:bodyPr lIns="91439" tIns="45719" rIns="91439" bIns="45719" anchor="t">
            <a:noAutofit/>
          </a:bodyPr>
          <a:lstStyle/>
          <a:p>
            <a:endParaRPr/>
          </a:p>
        </p:txBody>
      </p:sp>
      <p:sp>
        <p:nvSpPr>
          <p:cNvPr id="81" name="Изображение"/>
          <p:cNvSpPr>
            <a:spLocks noGrp="1"/>
          </p:cNvSpPr>
          <p:nvPr>
            <p:ph type="pic" sz="quarter" idx="14"/>
          </p:nvPr>
        </p:nvSpPr>
        <p:spPr>
          <a:xfrm>
            <a:off x="4728178" y="625081"/>
            <a:ext cx="3750470" cy="2652117"/>
          </a:xfrm>
          <a:prstGeom prst="rect">
            <a:avLst/>
          </a:prstGeom>
        </p:spPr>
        <p:txBody>
          <a:bodyPr lIns="91439" tIns="45719" rIns="91439" bIns="45719" anchor="t">
            <a:noAutofit/>
          </a:bodyPr>
          <a:lstStyle/>
          <a:p>
            <a:endParaRPr/>
          </a:p>
        </p:txBody>
      </p:sp>
      <p:sp>
        <p:nvSpPr>
          <p:cNvPr id="82" name="Изображение"/>
          <p:cNvSpPr>
            <a:spLocks noGrp="1"/>
          </p:cNvSpPr>
          <p:nvPr>
            <p:ph type="pic" sz="half" idx="15"/>
          </p:nvPr>
        </p:nvSpPr>
        <p:spPr>
          <a:xfrm>
            <a:off x="669728" y="625078"/>
            <a:ext cx="3750469" cy="5607844"/>
          </a:xfrm>
          <a:prstGeom prst="rect">
            <a:avLst/>
          </a:prstGeom>
        </p:spPr>
        <p:txBody>
          <a:bodyPr lIns="91439" tIns="45719" rIns="91439" bIns="45719" anchor="t">
            <a:noAutofit/>
          </a:bodyPr>
          <a:lstStyle/>
          <a:p>
            <a:endParaRPr/>
          </a:p>
        </p:txBody>
      </p:sp>
      <p:sp>
        <p:nvSpPr>
          <p:cNvPr id="83" name="Номер слайда"/>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919933511"/>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Цитата">
    <p:bg>
      <p:bgPr>
        <a:solidFill>
          <a:srgbClr val="FFFFFF"/>
        </a:solidFill>
        <a:effectLst/>
      </p:bgPr>
    </p:bg>
    <p:spTree>
      <p:nvGrpSpPr>
        <p:cNvPr id="1" name=""/>
        <p:cNvGrpSpPr/>
        <p:nvPr/>
      </p:nvGrpSpPr>
      <p:grpSpPr>
        <a:xfrm>
          <a:off x="0" y="0"/>
          <a:ext cx="0" cy="0"/>
          <a:chOff x="0" y="0"/>
          <a:chExt cx="0" cy="0"/>
        </a:xfrm>
      </p:grpSpPr>
      <p:sp>
        <p:nvSpPr>
          <p:cNvPr id="90" name="–Иван Арсентьев"/>
          <p:cNvSpPr txBox="1">
            <a:spLocks noGrp="1"/>
          </p:cNvSpPr>
          <p:nvPr>
            <p:ph type="body" sz="quarter" idx="13"/>
          </p:nvPr>
        </p:nvSpPr>
        <p:spPr>
          <a:xfrm>
            <a:off x="892970" y="4473777"/>
            <a:ext cx="7358063" cy="297261"/>
          </a:xfrm>
          <a:prstGeom prst="rect">
            <a:avLst/>
          </a:prstGeom>
        </p:spPr>
        <p:txBody>
          <a:bodyPr anchor="t">
            <a:spAutoFit/>
          </a:bodyPr>
          <a:lstStyle>
            <a:lvl1pPr marL="0" indent="0" algn="ctr">
              <a:spcBef>
                <a:spcPts val="0"/>
              </a:spcBef>
              <a:buSzTx/>
              <a:buNone/>
              <a:defRPr sz="1265">
                <a:latin typeface="Helvetica"/>
                <a:ea typeface="Helvetica"/>
                <a:cs typeface="Helvetica"/>
                <a:sym typeface="Helvetica"/>
              </a:defRPr>
            </a:lvl1pPr>
          </a:lstStyle>
          <a:p>
            <a:r>
              <a:t>–Иван Арсентьев</a:t>
            </a:r>
          </a:p>
        </p:txBody>
      </p:sp>
      <p:sp>
        <p:nvSpPr>
          <p:cNvPr id="91" name="«Место ввода цитаты»."/>
          <p:cNvSpPr txBox="1">
            <a:spLocks noGrp="1"/>
          </p:cNvSpPr>
          <p:nvPr>
            <p:ph type="body" sz="quarter" idx="14"/>
          </p:nvPr>
        </p:nvSpPr>
        <p:spPr>
          <a:xfrm>
            <a:off x="892970" y="3035973"/>
            <a:ext cx="7358063" cy="411010"/>
          </a:xfrm>
          <a:prstGeom prst="rect">
            <a:avLst/>
          </a:prstGeom>
        </p:spPr>
        <p:txBody>
          <a:bodyPr>
            <a:spAutoFit/>
          </a:bodyPr>
          <a:lstStyle>
            <a:lvl1pPr marL="0" indent="0" algn="ctr">
              <a:spcBef>
                <a:spcPts val="0"/>
              </a:spcBef>
              <a:buSzTx/>
              <a:buNone/>
              <a:defRPr sz="2004"/>
            </a:lvl1pPr>
          </a:lstStyle>
          <a:p>
            <a:r>
              <a:t>«Место ввода цитаты».</a:t>
            </a:r>
          </a:p>
        </p:txBody>
      </p:sp>
      <p:sp>
        <p:nvSpPr>
          <p:cNvPr id="92" name="Номер слайда"/>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389591861"/>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Фото">
    <p:bg>
      <p:bgPr>
        <a:solidFill>
          <a:srgbClr val="FFFFFF"/>
        </a:solidFill>
        <a:effectLst/>
      </p:bgPr>
    </p:bg>
    <p:spTree>
      <p:nvGrpSpPr>
        <p:cNvPr id="1" name=""/>
        <p:cNvGrpSpPr/>
        <p:nvPr/>
      </p:nvGrpSpPr>
      <p:grpSpPr>
        <a:xfrm>
          <a:off x="0" y="0"/>
          <a:ext cx="0" cy="0"/>
          <a:chOff x="0" y="0"/>
          <a:chExt cx="0" cy="0"/>
        </a:xfrm>
      </p:grpSpPr>
      <p:sp>
        <p:nvSpPr>
          <p:cNvPr id="99" name="Изображение"/>
          <p:cNvSpPr>
            <a:spLocks noGrp="1"/>
          </p:cNvSpPr>
          <p:nvPr>
            <p:ph type="pic" idx="13"/>
          </p:nvPr>
        </p:nvSpPr>
        <p:spPr>
          <a:xfrm>
            <a:off x="0" y="0"/>
            <a:ext cx="9144000" cy="6858000"/>
          </a:xfrm>
          <a:prstGeom prst="rect">
            <a:avLst/>
          </a:prstGeom>
        </p:spPr>
        <p:txBody>
          <a:bodyPr lIns="91439" tIns="45719" rIns="91439" bIns="45719" anchor="t">
            <a:noAutofit/>
          </a:bodyPr>
          <a:lstStyle/>
          <a:p>
            <a:endParaRPr/>
          </a:p>
        </p:txBody>
      </p:sp>
      <p:sp>
        <p:nvSpPr>
          <p:cNvPr id="100" name="Номер слайда"/>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41239726"/>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Пустой">
    <p:bg>
      <p:bgPr>
        <a:solidFill>
          <a:srgbClr val="FFFFFF"/>
        </a:solidFill>
        <a:effectLst/>
      </p:bgPr>
    </p:bg>
    <p:spTree>
      <p:nvGrpSpPr>
        <p:cNvPr id="1" name=""/>
        <p:cNvGrpSpPr/>
        <p:nvPr/>
      </p:nvGrpSpPr>
      <p:grpSpPr>
        <a:xfrm>
          <a:off x="0" y="0"/>
          <a:ext cx="0" cy="0"/>
          <a:chOff x="0" y="0"/>
          <a:chExt cx="0" cy="0"/>
        </a:xfrm>
      </p:grpSpPr>
      <p:sp>
        <p:nvSpPr>
          <p:cNvPr id="107" name="Номер слайда"/>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9940639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53957"/>
        </a:solidFill>
        <a:effectLst/>
      </p:bgPr>
    </p:bg>
    <p:spTree>
      <p:nvGrpSpPr>
        <p:cNvPr id="1" name=""/>
        <p:cNvGrpSpPr/>
        <p:nvPr/>
      </p:nvGrpSpPr>
      <p:grpSpPr>
        <a:xfrm>
          <a:off x="0" y="0"/>
          <a:ext cx="0" cy="0"/>
          <a:chOff x="0" y="0"/>
          <a:chExt cx="0" cy="0"/>
        </a:xfrm>
      </p:grpSpPr>
      <p:sp>
        <p:nvSpPr>
          <p:cNvPr id="2" name="Текст заголовка"/>
          <p:cNvSpPr txBox="1">
            <a:spLocks noGrp="1"/>
          </p:cNvSpPr>
          <p:nvPr>
            <p:ph type="title"/>
          </p:nvPr>
        </p:nvSpPr>
        <p:spPr>
          <a:xfrm>
            <a:off x="669728" y="312542"/>
            <a:ext cx="7804547" cy="1518047"/>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Текст заголовка</a:t>
            </a:r>
          </a:p>
        </p:txBody>
      </p:sp>
      <p:sp>
        <p:nvSpPr>
          <p:cNvPr id="3" name="Уровень текста 1…"/>
          <p:cNvSpPr txBox="1">
            <a:spLocks noGrp="1"/>
          </p:cNvSpPr>
          <p:nvPr>
            <p:ph type="body" idx="1"/>
          </p:nvPr>
        </p:nvSpPr>
        <p:spPr>
          <a:xfrm>
            <a:off x="669728" y="1830589"/>
            <a:ext cx="7804547" cy="442019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4" name="Номер слайда"/>
          <p:cNvSpPr txBox="1">
            <a:spLocks noGrp="1"/>
          </p:cNvSpPr>
          <p:nvPr>
            <p:ph type="sldNum" sz="quarter" idx="2"/>
          </p:nvPr>
        </p:nvSpPr>
        <p:spPr>
          <a:xfrm>
            <a:off x="4437982" y="6505279"/>
            <a:ext cx="226024" cy="248658"/>
          </a:xfrm>
          <a:prstGeom prst="rect">
            <a:avLst/>
          </a:prstGeom>
          <a:ln w="12700">
            <a:miter lim="400000"/>
          </a:ln>
        </p:spPr>
        <p:txBody>
          <a:bodyPr wrap="none" lIns="50800" tIns="50800" rIns="50800" bIns="50800">
            <a:spAutoFit/>
          </a:bodyPr>
          <a:lstStyle>
            <a:lvl1pPr>
              <a:defRPr sz="949"/>
            </a:lvl1pPr>
          </a:lstStyle>
          <a:p>
            <a:fld id="{86CB4B4D-7CA3-9044-876B-883B54F8677D}" type="slidenum">
              <a:t>‹#›</a:t>
            </a:fld>
            <a:endParaRPr/>
          </a:p>
        </p:txBody>
      </p:sp>
    </p:spTree>
    <p:extLst>
      <p:ext uri="{BB962C8B-B14F-4D97-AF65-F5344CB8AC3E}">
        <p14:creationId xmlns:p14="http://schemas.microsoft.com/office/powerpoint/2010/main" val="63145603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6" r:id="rId4"/>
    <p:sldLayoutId id="2147483667" r:id="rId5"/>
    <p:sldLayoutId id="2147483668" r:id="rId6"/>
    <p:sldLayoutId id="2147483669" r:id="rId7"/>
    <p:sldLayoutId id="2147483670" r:id="rId8"/>
    <p:sldLayoutId id="2147483671" r:id="rId9"/>
    <p:sldLayoutId id="2147483672" r:id="rId10"/>
  </p:sldLayoutIdLst>
  <p:transition spd="med"/>
  <p:hf hdr="0" ftr="0" dt="0"/>
  <p:txStyles>
    <p:titleStyle>
      <a:lvl1pPr marL="0" marR="0" indent="0" algn="ctr" defTabSz="308055" rtl="0" latinLnBrk="0">
        <a:lnSpc>
          <a:spcPct val="100000"/>
        </a:lnSpc>
        <a:spcBef>
          <a:spcPts val="0"/>
        </a:spcBef>
        <a:spcAft>
          <a:spcPts val="0"/>
        </a:spcAft>
        <a:buClrTx/>
        <a:buSzTx/>
        <a:buFontTx/>
        <a:buNone/>
        <a:tabLst/>
        <a:defRPr sz="4219" b="0" i="0" u="none" strike="noStrike" cap="none" spc="0" baseline="0">
          <a:ln>
            <a:noFill/>
          </a:ln>
          <a:solidFill>
            <a:srgbClr val="000000"/>
          </a:solidFill>
          <a:uFillTx/>
          <a:latin typeface="+mj-lt"/>
          <a:ea typeface="+mj-ea"/>
          <a:cs typeface="+mj-cs"/>
          <a:sym typeface="Helvetica Light"/>
        </a:defRPr>
      </a:lvl1pPr>
      <a:lvl2pPr marL="0" marR="0" indent="120544" algn="ctr" defTabSz="308055" rtl="0" latinLnBrk="0">
        <a:lnSpc>
          <a:spcPct val="100000"/>
        </a:lnSpc>
        <a:spcBef>
          <a:spcPts val="0"/>
        </a:spcBef>
        <a:spcAft>
          <a:spcPts val="0"/>
        </a:spcAft>
        <a:buClrTx/>
        <a:buSzTx/>
        <a:buFontTx/>
        <a:buNone/>
        <a:tabLst/>
        <a:defRPr sz="4219" b="0" i="0" u="none" strike="noStrike" cap="none" spc="0" baseline="0">
          <a:ln>
            <a:noFill/>
          </a:ln>
          <a:solidFill>
            <a:srgbClr val="000000"/>
          </a:solidFill>
          <a:uFillTx/>
          <a:latin typeface="+mj-lt"/>
          <a:ea typeface="+mj-ea"/>
          <a:cs typeface="+mj-cs"/>
          <a:sym typeface="Helvetica Light"/>
        </a:defRPr>
      </a:lvl2pPr>
      <a:lvl3pPr marL="0" marR="0" indent="241087" algn="ctr" defTabSz="308055" rtl="0" latinLnBrk="0">
        <a:lnSpc>
          <a:spcPct val="100000"/>
        </a:lnSpc>
        <a:spcBef>
          <a:spcPts val="0"/>
        </a:spcBef>
        <a:spcAft>
          <a:spcPts val="0"/>
        </a:spcAft>
        <a:buClrTx/>
        <a:buSzTx/>
        <a:buFontTx/>
        <a:buNone/>
        <a:tabLst/>
        <a:defRPr sz="4219" b="0" i="0" u="none" strike="noStrike" cap="none" spc="0" baseline="0">
          <a:ln>
            <a:noFill/>
          </a:ln>
          <a:solidFill>
            <a:srgbClr val="000000"/>
          </a:solidFill>
          <a:uFillTx/>
          <a:latin typeface="+mj-lt"/>
          <a:ea typeface="+mj-ea"/>
          <a:cs typeface="+mj-cs"/>
          <a:sym typeface="Helvetica Light"/>
        </a:defRPr>
      </a:lvl3pPr>
      <a:lvl4pPr marL="0" marR="0" indent="361631" algn="ctr" defTabSz="308055" rtl="0" latinLnBrk="0">
        <a:lnSpc>
          <a:spcPct val="100000"/>
        </a:lnSpc>
        <a:spcBef>
          <a:spcPts val="0"/>
        </a:spcBef>
        <a:spcAft>
          <a:spcPts val="0"/>
        </a:spcAft>
        <a:buClrTx/>
        <a:buSzTx/>
        <a:buFontTx/>
        <a:buNone/>
        <a:tabLst/>
        <a:defRPr sz="4219" b="0" i="0" u="none" strike="noStrike" cap="none" spc="0" baseline="0">
          <a:ln>
            <a:noFill/>
          </a:ln>
          <a:solidFill>
            <a:srgbClr val="000000"/>
          </a:solidFill>
          <a:uFillTx/>
          <a:latin typeface="+mj-lt"/>
          <a:ea typeface="+mj-ea"/>
          <a:cs typeface="+mj-cs"/>
          <a:sym typeface="Helvetica Light"/>
        </a:defRPr>
      </a:lvl4pPr>
      <a:lvl5pPr marL="0" marR="0" indent="482174" algn="ctr" defTabSz="308055" rtl="0" latinLnBrk="0">
        <a:lnSpc>
          <a:spcPct val="100000"/>
        </a:lnSpc>
        <a:spcBef>
          <a:spcPts val="0"/>
        </a:spcBef>
        <a:spcAft>
          <a:spcPts val="0"/>
        </a:spcAft>
        <a:buClrTx/>
        <a:buSzTx/>
        <a:buFontTx/>
        <a:buNone/>
        <a:tabLst/>
        <a:defRPr sz="4219" b="0" i="0" u="none" strike="noStrike" cap="none" spc="0" baseline="0">
          <a:ln>
            <a:noFill/>
          </a:ln>
          <a:solidFill>
            <a:srgbClr val="000000"/>
          </a:solidFill>
          <a:uFillTx/>
          <a:latin typeface="+mj-lt"/>
          <a:ea typeface="+mj-ea"/>
          <a:cs typeface="+mj-cs"/>
          <a:sym typeface="Helvetica Light"/>
        </a:defRPr>
      </a:lvl5pPr>
      <a:lvl6pPr marL="0" marR="0" indent="602717" algn="ctr" defTabSz="308055" rtl="0" latinLnBrk="0">
        <a:lnSpc>
          <a:spcPct val="100000"/>
        </a:lnSpc>
        <a:spcBef>
          <a:spcPts val="0"/>
        </a:spcBef>
        <a:spcAft>
          <a:spcPts val="0"/>
        </a:spcAft>
        <a:buClrTx/>
        <a:buSzTx/>
        <a:buFontTx/>
        <a:buNone/>
        <a:tabLst/>
        <a:defRPr sz="4219" b="0" i="0" u="none" strike="noStrike" cap="none" spc="0" baseline="0">
          <a:ln>
            <a:noFill/>
          </a:ln>
          <a:solidFill>
            <a:srgbClr val="000000"/>
          </a:solidFill>
          <a:uFillTx/>
          <a:latin typeface="+mj-lt"/>
          <a:ea typeface="+mj-ea"/>
          <a:cs typeface="+mj-cs"/>
          <a:sym typeface="Helvetica Light"/>
        </a:defRPr>
      </a:lvl6pPr>
      <a:lvl7pPr marL="0" marR="0" indent="723261" algn="ctr" defTabSz="308055" rtl="0" latinLnBrk="0">
        <a:lnSpc>
          <a:spcPct val="100000"/>
        </a:lnSpc>
        <a:spcBef>
          <a:spcPts val="0"/>
        </a:spcBef>
        <a:spcAft>
          <a:spcPts val="0"/>
        </a:spcAft>
        <a:buClrTx/>
        <a:buSzTx/>
        <a:buFontTx/>
        <a:buNone/>
        <a:tabLst/>
        <a:defRPr sz="4219" b="0" i="0" u="none" strike="noStrike" cap="none" spc="0" baseline="0">
          <a:ln>
            <a:noFill/>
          </a:ln>
          <a:solidFill>
            <a:srgbClr val="000000"/>
          </a:solidFill>
          <a:uFillTx/>
          <a:latin typeface="+mj-lt"/>
          <a:ea typeface="+mj-ea"/>
          <a:cs typeface="+mj-cs"/>
          <a:sym typeface="Helvetica Light"/>
        </a:defRPr>
      </a:lvl7pPr>
      <a:lvl8pPr marL="0" marR="0" indent="843805" algn="ctr" defTabSz="308055" rtl="0" latinLnBrk="0">
        <a:lnSpc>
          <a:spcPct val="100000"/>
        </a:lnSpc>
        <a:spcBef>
          <a:spcPts val="0"/>
        </a:spcBef>
        <a:spcAft>
          <a:spcPts val="0"/>
        </a:spcAft>
        <a:buClrTx/>
        <a:buSzTx/>
        <a:buFontTx/>
        <a:buNone/>
        <a:tabLst/>
        <a:defRPr sz="4219" b="0" i="0" u="none" strike="noStrike" cap="none" spc="0" baseline="0">
          <a:ln>
            <a:noFill/>
          </a:ln>
          <a:solidFill>
            <a:srgbClr val="000000"/>
          </a:solidFill>
          <a:uFillTx/>
          <a:latin typeface="+mj-lt"/>
          <a:ea typeface="+mj-ea"/>
          <a:cs typeface="+mj-cs"/>
          <a:sym typeface="Helvetica Light"/>
        </a:defRPr>
      </a:lvl8pPr>
      <a:lvl9pPr marL="0" marR="0" indent="964348" algn="ctr" defTabSz="308055" rtl="0" latinLnBrk="0">
        <a:lnSpc>
          <a:spcPct val="100000"/>
        </a:lnSpc>
        <a:spcBef>
          <a:spcPts val="0"/>
        </a:spcBef>
        <a:spcAft>
          <a:spcPts val="0"/>
        </a:spcAft>
        <a:buClrTx/>
        <a:buSzTx/>
        <a:buFontTx/>
        <a:buNone/>
        <a:tabLst/>
        <a:defRPr sz="4219" b="0" i="0" u="none" strike="noStrike" cap="none" spc="0" baseline="0">
          <a:ln>
            <a:noFill/>
          </a:ln>
          <a:solidFill>
            <a:srgbClr val="000000"/>
          </a:solidFill>
          <a:uFillTx/>
          <a:latin typeface="+mj-lt"/>
          <a:ea typeface="+mj-ea"/>
          <a:cs typeface="+mj-cs"/>
          <a:sym typeface="Helvetica Light"/>
        </a:defRPr>
      </a:lvl9pPr>
    </p:titleStyle>
    <p:bodyStyle>
      <a:lvl1pPr marL="234390" marR="0" indent="-234390" algn="l" defTabSz="308055" rtl="0" latinLnBrk="0">
        <a:lnSpc>
          <a:spcPct val="100000"/>
        </a:lnSpc>
        <a:spcBef>
          <a:spcPts val="2215"/>
        </a:spcBef>
        <a:spcAft>
          <a:spcPts val="0"/>
        </a:spcAft>
        <a:buClrTx/>
        <a:buSzPct val="75000"/>
        <a:buFontTx/>
        <a:buChar char="•"/>
        <a:tabLst/>
        <a:defRPr sz="1898" b="0" i="0" u="none" strike="noStrike" cap="none" spc="0" baseline="0">
          <a:ln>
            <a:noFill/>
          </a:ln>
          <a:solidFill>
            <a:srgbClr val="000000"/>
          </a:solidFill>
          <a:uFillTx/>
          <a:latin typeface="+mj-lt"/>
          <a:ea typeface="+mj-ea"/>
          <a:cs typeface="+mj-cs"/>
          <a:sym typeface="Helvetica Light"/>
        </a:defRPr>
      </a:lvl1pPr>
      <a:lvl2pPr marL="468780" marR="0" indent="-234390" algn="l" defTabSz="308055" rtl="0" latinLnBrk="0">
        <a:lnSpc>
          <a:spcPct val="100000"/>
        </a:lnSpc>
        <a:spcBef>
          <a:spcPts val="2215"/>
        </a:spcBef>
        <a:spcAft>
          <a:spcPts val="0"/>
        </a:spcAft>
        <a:buClrTx/>
        <a:buSzPct val="75000"/>
        <a:buFontTx/>
        <a:buChar char="•"/>
        <a:tabLst/>
        <a:defRPr sz="1898" b="0" i="0" u="none" strike="noStrike" cap="none" spc="0" baseline="0">
          <a:ln>
            <a:noFill/>
          </a:ln>
          <a:solidFill>
            <a:srgbClr val="000000"/>
          </a:solidFill>
          <a:uFillTx/>
          <a:latin typeface="+mj-lt"/>
          <a:ea typeface="+mj-ea"/>
          <a:cs typeface="+mj-cs"/>
          <a:sym typeface="Helvetica Light"/>
        </a:defRPr>
      </a:lvl2pPr>
      <a:lvl3pPr marL="703171" marR="0" indent="-234390" algn="l" defTabSz="308055" rtl="0" latinLnBrk="0">
        <a:lnSpc>
          <a:spcPct val="100000"/>
        </a:lnSpc>
        <a:spcBef>
          <a:spcPts val="2215"/>
        </a:spcBef>
        <a:spcAft>
          <a:spcPts val="0"/>
        </a:spcAft>
        <a:buClrTx/>
        <a:buSzPct val="75000"/>
        <a:buFontTx/>
        <a:buChar char="•"/>
        <a:tabLst/>
        <a:defRPr sz="1898" b="0" i="0" u="none" strike="noStrike" cap="none" spc="0" baseline="0">
          <a:ln>
            <a:noFill/>
          </a:ln>
          <a:solidFill>
            <a:srgbClr val="000000"/>
          </a:solidFill>
          <a:uFillTx/>
          <a:latin typeface="+mj-lt"/>
          <a:ea typeface="+mj-ea"/>
          <a:cs typeface="+mj-cs"/>
          <a:sym typeface="Helvetica Light"/>
        </a:defRPr>
      </a:lvl3pPr>
      <a:lvl4pPr marL="937561" marR="0" indent="-234390" algn="l" defTabSz="308055" rtl="0" latinLnBrk="0">
        <a:lnSpc>
          <a:spcPct val="100000"/>
        </a:lnSpc>
        <a:spcBef>
          <a:spcPts val="2215"/>
        </a:spcBef>
        <a:spcAft>
          <a:spcPts val="0"/>
        </a:spcAft>
        <a:buClrTx/>
        <a:buSzPct val="75000"/>
        <a:buFontTx/>
        <a:buChar char="•"/>
        <a:tabLst/>
        <a:defRPr sz="1898" b="0" i="0" u="none" strike="noStrike" cap="none" spc="0" baseline="0">
          <a:ln>
            <a:noFill/>
          </a:ln>
          <a:solidFill>
            <a:srgbClr val="000000"/>
          </a:solidFill>
          <a:uFillTx/>
          <a:latin typeface="+mj-lt"/>
          <a:ea typeface="+mj-ea"/>
          <a:cs typeface="+mj-cs"/>
          <a:sym typeface="Helvetica Light"/>
        </a:defRPr>
      </a:lvl4pPr>
      <a:lvl5pPr marL="1171951" marR="0" indent="-234390" algn="l" defTabSz="308055" rtl="0" latinLnBrk="0">
        <a:lnSpc>
          <a:spcPct val="100000"/>
        </a:lnSpc>
        <a:spcBef>
          <a:spcPts val="2215"/>
        </a:spcBef>
        <a:spcAft>
          <a:spcPts val="0"/>
        </a:spcAft>
        <a:buClrTx/>
        <a:buSzPct val="75000"/>
        <a:buFontTx/>
        <a:buChar char="•"/>
        <a:tabLst/>
        <a:defRPr sz="1898" b="0" i="0" u="none" strike="noStrike" cap="none" spc="0" baseline="0">
          <a:ln>
            <a:noFill/>
          </a:ln>
          <a:solidFill>
            <a:srgbClr val="000000"/>
          </a:solidFill>
          <a:uFillTx/>
          <a:latin typeface="+mj-lt"/>
          <a:ea typeface="+mj-ea"/>
          <a:cs typeface="+mj-cs"/>
          <a:sym typeface="Helvetica Light"/>
        </a:defRPr>
      </a:lvl5pPr>
      <a:lvl6pPr marL="1406341" marR="0" indent="-234390" algn="l" defTabSz="308055" rtl="0" latinLnBrk="0">
        <a:lnSpc>
          <a:spcPct val="100000"/>
        </a:lnSpc>
        <a:spcBef>
          <a:spcPts val="2215"/>
        </a:spcBef>
        <a:spcAft>
          <a:spcPts val="0"/>
        </a:spcAft>
        <a:buClrTx/>
        <a:buSzPct val="75000"/>
        <a:buFontTx/>
        <a:buChar char="•"/>
        <a:tabLst/>
        <a:defRPr sz="1898" b="0" i="0" u="none" strike="noStrike" cap="none" spc="0" baseline="0">
          <a:ln>
            <a:noFill/>
          </a:ln>
          <a:solidFill>
            <a:srgbClr val="000000"/>
          </a:solidFill>
          <a:uFillTx/>
          <a:latin typeface="+mj-lt"/>
          <a:ea typeface="+mj-ea"/>
          <a:cs typeface="+mj-cs"/>
          <a:sym typeface="Helvetica Light"/>
        </a:defRPr>
      </a:lvl6pPr>
      <a:lvl7pPr marL="1640731" marR="0" indent="-234390" algn="l" defTabSz="308055" rtl="0" latinLnBrk="0">
        <a:lnSpc>
          <a:spcPct val="100000"/>
        </a:lnSpc>
        <a:spcBef>
          <a:spcPts val="2215"/>
        </a:spcBef>
        <a:spcAft>
          <a:spcPts val="0"/>
        </a:spcAft>
        <a:buClrTx/>
        <a:buSzPct val="75000"/>
        <a:buFontTx/>
        <a:buChar char="•"/>
        <a:tabLst/>
        <a:defRPr sz="1898" b="0" i="0" u="none" strike="noStrike" cap="none" spc="0" baseline="0">
          <a:ln>
            <a:noFill/>
          </a:ln>
          <a:solidFill>
            <a:srgbClr val="000000"/>
          </a:solidFill>
          <a:uFillTx/>
          <a:latin typeface="+mj-lt"/>
          <a:ea typeface="+mj-ea"/>
          <a:cs typeface="+mj-cs"/>
          <a:sym typeface="Helvetica Light"/>
        </a:defRPr>
      </a:lvl7pPr>
      <a:lvl8pPr marL="1875121" marR="0" indent="-234390" algn="l" defTabSz="308055" rtl="0" latinLnBrk="0">
        <a:lnSpc>
          <a:spcPct val="100000"/>
        </a:lnSpc>
        <a:spcBef>
          <a:spcPts val="2215"/>
        </a:spcBef>
        <a:spcAft>
          <a:spcPts val="0"/>
        </a:spcAft>
        <a:buClrTx/>
        <a:buSzPct val="75000"/>
        <a:buFontTx/>
        <a:buChar char="•"/>
        <a:tabLst/>
        <a:defRPr sz="1898" b="0" i="0" u="none" strike="noStrike" cap="none" spc="0" baseline="0">
          <a:ln>
            <a:noFill/>
          </a:ln>
          <a:solidFill>
            <a:srgbClr val="000000"/>
          </a:solidFill>
          <a:uFillTx/>
          <a:latin typeface="+mj-lt"/>
          <a:ea typeface="+mj-ea"/>
          <a:cs typeface="+mj-cs"/>
          <a:sym typeface="Helvetica Light"/>
        </a:defRPr>
      </a:lvl8pPr>
      <a:lvl9pPr marL="2109512" marR="0" indent="-234390" algn="l" defTabSz="308055" rtl="0" latinLnBrk="0">
        <a:lnSpc>
          <a:spcPct val="100000"/>
        </a:lnSpc>
        <a:spcBef>
          <a:spcPts val="2215"/>
        </a:spcBef>
        <a:spcAft>
          <a:spcPts val="0"/>
        </a:spcAft>
        <a:buClrTx/>
        <a:buSzPct val="75000"/>
        <a:buFontTx/>
        <a:buChar char="•"/>
        <a:tabLst/>
        <a:defRPr sz="1898" b="0" i="0" u="none" strike="noStrike" cap="none" spc="0" baseline="0">
          <a:ln>
            <a:noFill/>
          </a:ln>
          <a:solidFill>
            <a:srgbClr val="000000"/>
          </a:solidFill>
          <a:uFillTx/>
          <a:latin typeface="+mj-lt"/>
          <a:ea typeface="+mj-ea"/>
          <a:cs typeface="+mj-cs"/>
          <a:sym typeface="Helvetica Light"/>
        </a:defRPr>
      </a:lvl9pPr>
    </p:bodyStyle>
    <p:otherStyle>
      <a:lvl1pPr marL="0" marR="0" indent="0" algn="ctr" defTabSz="308055" rtl="0" latinLnBrk="0">
        <a:lnSpc>
          <a:spcPct val="100000"/>
        </a:lnSpc>
        <a:spcBef>
          <a:spcPts val="0"/>
        </a:spcBef>
        <a:spcAft>
          <a:spcPts val="0"/>
        </a:spcAft>
        <a:buClrTx/>
        <a:buSzTx/>
        <a:buFontTx/>
        <a:buNone/>
        <a:tabLst/>
        <a:defRPr sz="949" b="0" i="0" u="none" strike="noStrike" cap="none" spc="0" baseline="0">
          <a:ln>
            <a:noFill/>
          </a:ln>
          <a:solidFill>
            <a:schemeClr val="tx1"/>
          </a:solidFill>
          <a:uFillTx/>
          <a:latin typeface="+mn-lt"/>
          <a:ea typeface="+mn-ea"/>
          <a:cs typeface="+mn-cs"/>
          <a:sym typeface="Helvetica Light"/>
        </a:defRPr>
      </a:lvl1pPr>
      <a:lvl2pPr marL="0" marR="0" indent="120544" algn="ctr" defTabSz="308055" rtl="0" latinLnBrk="0">
        <a:lnSpc>
          <a:spcPct val="100000"/>
        </a:lnSpc>
        <a:spcBef>
          <a:spcPts val="0"/>
        </a:spcBef>
        <a:spcAft>
          <a:spcPts val="0"/>
        </a:spcAft>
        <a:buClrTx/>
        <a:buSzTx/>
        <a:buFontTx/>
        <a:buNone/>
        <a:tabLst/>
        <a:defRPr sz="949" b="0" i="0" u="none" strike="noStrike" cap="none" spc="0" baseline="0">
          <a:ln>
            <a:noFill/>
          </a:ln>
          <a:solidFill>
            <a:schemeClr val="tx1"/>
          </a:solidFill>
          <a:uFillTx/>
          <a:latin typeface="+mn-lt"/>
          <a:ea typeface="+mn-ea"/>
          <a:cs typeface="+mn-cs"/>
          <a:sym typeface="Helvetica Light"/>
        </a:defRPr>
      </a:lvl2pPr>
      <a:lvl3pPr marL="0" marR="0" indent="241087" algn="ctr" defTabSz="308055" rtl="0" latinLnBrk="0">
        <a:lnSpc>
          <a:spcPct val="100000"/>
        </a:lnSpc>
        <a:spcBef>
          <a:spcPts val="0"/>
        </a:spcBef>
        <a:spcAft>
          <a:spcPts val="0"/>
        </a:spcAft>
        <a:buClrTx/>
        <a:buSzTx/>
        <a:buFontTx/>
        <a:buNone/>
        <a:tabLst/>
        <a:defRPr sz="949" b="0" i="0" u="none" strike="noStrike" cap="none" spc="0" baseline="0">
          <a:ln>
            <a:noFill/>
          </a:ln>
          <a:solidFill>
            <a:schemeClr val="tx1"/>
          </a:solidFill>
          <a:uFillTx/>
          <a:latin typeface="+mn-lt"/>
          <a:ea typeface="+mn-ea"/>
          <a:cs typeface="+mn-cs"/>
          <a:sym typeface="Helvetica Light"/>
        </a:defRPr>
      </a:lvl3pPr>
      <a:lvl4pPr marL="0" marR="0" indent="361631" algn="ctr" defTabSz="308055" rtl="0" latinLnBrk="0">
        <a:lnSpc>
          <a:spcPct val="100000"/>
        </a:lnSpc>
        <a:spcBef>
          <a:spcPts val="0"/>
        </a:spcBef>
        <a:spcAft>
          <a:spcPts val="0"/>
        </a:spcAft>
        <a:buClrTx/>
        <a:buSzTx/>
        <a:buFontTx/>
        <a:buNone/>
        <a:tabLst/>
        <a:defRPr sz="949" b="0" i="0" u="none" strike="noStrike" cap="none" spc="0" baseline="0">
          <a:ln>
            <a:noFill/>
          </a:ln>
          <a:solidFill>
            <a:schemeClr val="tx1"/>
          </a:solidFill>
          <a:uFillTx/>
          <a:latin typeface="+mn-lt"/>
          <a:ea typeface="+mn-ea"/>
          <a:cs typeface="+mn-cs"/>
          <a:sym typeface="Helvetica Light"/>
        </a:defRPr>
      </a:lvl4pPr>
      <a:lvl5pPr marL="0" marR="0" indent="482174" algn="ctr" defTabSz="308055" rtl="0" latinLnBrk="0">
        <a:lnSpc>
          <a:spcPct val="100000"/>
        </a:lnSpc>
        <a:spcBef>
          <a:spcPts val="0"/>
        </a:spcBef>
        <a:spcAft>
          <a:spcPts val="0"/>
        </a:spcAft>
        <a:buClrTx/>
        <a:buSzTx/>
        <a:buFontTx/>
        <a:buNone/>
        <a:tabLst/>
        <a:defRPr sz="949" b="0" i="0" u="none" strike="noStrike" cap="none" spc="0" baseline="0">
          <a:ln>
            <a:noFill/>
          </a:ln>
          <a:solidFill>
            <a:schemeClr val="tx1"/>
          </a:solidFill>
          <a:uFillTx/>
          <a:latin typeface="+mn-lt"/>
          <a:ea typeface="+mn-ea"/>
          <a:cs typeface="+mn-cs"/>
          <a:sym typeface="Helvetica Light"/>
        </a:defRPr>
      </a:lvl5pPr>
      <a:lvl6pPr marL="0" marR="0" indent="602717" algn="ctr" defTabSz="308055" rtl="0" latinLnBrk="0">
        <a:lnSpc>
          <a:spcPct val="100000"/>
        </a:lnSpc>
        <a:spcBef>
          <a:spcPts val="0"/>
        </a:spcBef>
        <a:spcAft>
          <a:spcPts val="0"/>
        </a:spcAft>
        <a:buClrTx/>
        <a:buSzTx/>
        <a:buFontTx/>
        <a:buNone/>
        <a:tabLst/>
        <a:defRPr sz="949" b="0" i="0" u="none" strike="noStrike" cap="none" spc="0" baseline="0">
          <a:ln>
            <a:noFill/>
          </a:ln>
          <a:solidFill>
            <a:schemeClr val="tx1"/>
          </a:solidFill>
          <a:uFillTx/>
          <a:latin typeface="+mn-lt"/>
          <a:ea typeface="+mn-ea"/>
          <a:cs typeface="+mn-cs"/>
          <a:sym typeface="Helvetica Light"/>
        </a:defRPr>
      </a:lvl6pPr>
      <a:lvl7pPr marL="0" marR="0" indent="723261" algn="ctr" defTabSz="308055" rtl="0" latinLnBrk="0">
        <a:lnSpc>
          <a:spcPct val="100000"/>
        </a:lnSpc>
        <a:spcBef>
          <a:spcPts val="0"/>
        </a:spcBef>
        <a:spcAft>
          <a:spcPts val="0"/>
        </a:spcAft>
        <a:buClrTx/>
        <a:buSzTx/>
        <a:buFontTx/>
        <a:buNone/>
        <a:tabLst/>
        <a:defRPr sz="949" b="0" i="0" u="none" strike="noStrike" cap="none" spc="0" baseline="0">
          <a:ln>
            <a:noFill/>
          </a:ln>
          <a:solidFill>
            <a:schemeClr val="tx1"/>
          </a:solidFill>
          <a:uFillTx/>
          <a:latin typeface="+mn-lt"/>
          <a:ea typeface="+mn-ea"/>
          <a:cs typeface="+mn-cs"/>
          <a:sym typeface="Helvetica Light"/>
        </a:defRPr>
      </a:lvl7pPr>
      <a:lvl8pPr marL="0" marR="0" indent="843805" algn="ctr" defTabSz="308055" rtl="0" latinLnBrk="0">
        <a:lnSpc>
          <a:spcPct val="100000"/>
        </a:lnSpc>
        <a:spcBef>
          <a:spcPts val="0"/>
        </a:spcBef>
        <a:spcAft>
          <a:spcPts val="0"/>
        </a:spcAft>
        <a:buClrTx/>
        <a:buSzTx/>
        <a:buFontTx/>
        <a:buNone/>
        <a:tabLst/>
        <a:defRPr sz="949" b="0" i="0" u="none" strike="noStrike" cap="none" spc="0" baseline="0">
          <a:ln>
            <a:noFill/>
          </a:ln>
          <a:solidFill>
            <a:schemeClr val="tx1"/>
          </a:solidFill>
          <a:uFillTx/>
          <a:latin typeface="+mn-lt"/>
          <a:ea typeface="+mn-ea"/>
          <a:cs typeface="+mn-cs"/>
          <a:sym typeface="Helvetica Light"/>
        </a:defRPr>
      </a:lvl8pPr>
      <a:lvl9pPr marL="0" marR="0" indent="964348" algn="ctr" defTabSz="308055" rtl="0" latinLnBrk="0">
        <a:lnSpc>
          <a:spcPct val="100000"/>
        </a:lnSpc>
        <a:spcBef>
          <a:spcPts val="0"/>
        </a:spcBef>
        <a:spcAft>
          <a:spcPts val="0"/>
        </a:spcAft>
        <a:buClrTx/>
        <a:buSzTx/>
        <a:buFontTx/>
        <a:buNone/>
        <a:tabLst/>
        <a:defRPr sz="949"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png"/><Relationship Id="rId7" Type="http://schemas.openxmlformats.org/officeDocument/2006/relationships/image" Target="../media/image10.png"/><Relationship Id="rId12"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4.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4.png"/><Relationship Id="rId7" Type="http://schemas.openxmlformats.org/officeDocument/2006/relationships/image" Target="../media/image18.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microsoft.com/office/2007/relationships/hdphoto" Target="../media/hdphoto4.wdp"/><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8" Type="http://schemas.openxmlformats.org/officeDocument/2006/relationships/hyperlink" Target="https://martinfowler.com/bliki/PresentationDomainDataLayering.html" TargetMode="External"/><Relationship Id="rId3" Type="http://schemas.openxmlformats.org/officeDocument/2006/relationships/image" Target="../media/image4.png"/><Relationship Id="rId7" Type="http://schemas.openxmlformats.org/officeDocument/2006/relationships/hyperlink" Target="https://github.com/domaindrivendev/Swashbuckle.AspNetCore" TargetMode="External"/><Relationship Id="rId12" Type="http://schemas.openxmlformats.org/officeDocument/2006/relationships/image" Target="../media/image36.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docs.microsoft.com/ru-ru/sql/sql-server/?view=sql-server-ver15" TargetMode="External"/><Relationship Id="rId11" Type="http://schemas.openxmlformats.org/officeDocument/2006/relationships/hyperlink" Target="https://ru.wikipedia.org/wiki/%D0%A0%D0%B0%D1%81%D1%81%D1%82%D0%BE%D1%8F%D0%BD%D0%B8%D0%B5_%D0%9B%D0%B5%D0%B2%D0%B5%D0%BD%D1%88%D1%82%D0%B5%D0%B9%D0%BD%D0%B0" TargetMode="External"/><Relationship Id="rId5" Type="http://schemas.openxmlformats.org/officeDocument/2006/relationships/hyperlink" Target="https://docs.microsoft.com/ru-ru/aspnet/core/blazor/?view=aspnetcore-3.1" TargetMode="External"/><Relationship Id="rId10" Type="http://schemas.openxmlformats.org/officeDocument/2006/relationships/hyperlink" Target="https://ru.wikipedia.org/wiki/JSON_Web_Token" TargetMode="External"/><Relationship Id="rId4" Type="http://schemas.openxmlformats.org/officeDocument/2006/relationships/hyperlink" Target="https://docs.microsoft.com/ru-ru/aspnet/core/?view=aspnetcore-3.1" TargetMode="External"/><Relationship Id="rId9" Type="http://schemas.openxmlformats.org/officeDocument/2006/relationships/hyperlink" Target="https://github.com/StackExchange/Dapper"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Изображение" descr="Изображение">
            <a:extLst>
              <a:ext uri="{FF2B5EF4-FFF2-40B4-BE49-F238E27FC236}">
                <a16:creationId xmlns:a16="http://schemas.microsoft.com/office/drawing/2014/main" id="{A598E940-96FC-476A-82FB-4F2F63019C1E}"/>
              </a:ext>
            </a:extLst>
          </p:cNvPr>
          <p:cNvPicPr>
            <a:picLocks noChangeAspect="1"/>
          </p:cNvPicPr>
          <p:nvPr/>
        </p:nvPicPr>
        <p:blipFill>
          <a:blip r:embed="rId2"/>
          <a:stretch>
            <a:fillRect/>
          </a:stretch>
        </p:blipFill>
        <p:spPr>
          <a:xfrm>
            <a:off x="663506" y="1084512"/>
            <a:ext cx="1328013" cy="1284053"/>
          </a:xfrm>
          <a:prstGeom prst="rect">
            <a:avLst/>
          </a:prstGeom>
          <a:ln w="12700">
            <a:miter lim="400000"/>
          </a:ln>
        </p:spPr>
      </p:pic>
      <p:sp>
        <p:nvSpPr>
          <p:cNvPr id="8" name="TextBox 7">
            <a:extLst>
              <a:ext uri="{FF2B5EF4-FFF2-40B4-BE49-F238E27FC236}">
                <a16:creationId xmlns:a16="http://schemas.microsoft.com/office/drawing/2014/main" id="{A6B78D64-9515-4276-8F23-1A2767584A65}"/>
              </a:ext>
            </a:extLst>
          </p:cNvPr>
          <p:cNvSpPr txBox="1"/>
          <p:nvPr/>
        </p:nvSpPr>
        <p:spPr>
          <a:xfrm>
            <a:off x="2655025" y="127275"/>
            <a:ext cx="6488975"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defTabSz="308055" hangingPunct="0">
              <a:defRPr sz="3000">
                <a:solidFill>
                  <a:srgbClr val="253957"/>
                </a:solidFill>
                <a:latin typeface="+mn-lt"/>
                <a:ea typeface="+mn-ea"/>
                <a:cs typeface="+mn-cs"/>
                <a:sym typeface="Arial Narrow"/>
              </a:defRPr>
            </a:pPr>
            <a:r>
              <a:rPr lang="ru-RU" sz="1600" kern="0" dirty="0">
                <a:solidFill>
                  <a:srgbClr val="1C4982"/>
                </a:solidFill>
                <a:latin typeface="Segoe UI Semilight" panose="020B0402040204020203" pitchFamily="34" charset="0"/>
                <a:cs typeface="Segoe UI Semilight" panose="020B0402040204020203" pitchFamily="34" charset="0"/>
                <a:sym typeface="Arial Narrow"/>
              </a:rPr>
              <a:t>Факультет компьютерных наук</a:t>
            </a:r>
            <a:endParaRPr lang="en-US" sz="1600" kern="0" dirty="0">
              <a:solidFill>
                <a:srgbClr val="1C4982"/>
              </a:solidFill>
              <a:latin typeface="Segoe UI Semilight" panose="020B0402040204020203" pitchFamily="34" charset="0"/>
              <a:cs typeface="Segoe UI Semilight" panose="020B0402040204020203" pitchFamily="34" charset="0"/>
              <a:sym typeface="Arial Narrow"/>
            </a:endParaRPr>
          </a:p>
          <a:p>
            <a:pPr algn="ctr" defTabSz="308055" hangingPunct="0">
              <a:defRPr sz="3000">
                <a:solidFill>
                  <a:srgbClr val="253957"/>
                </a:solidFill>
                <a:latin typeface="+mn-lt"/>
                <a:ea typeface="+mn-ea"/>
                <a:cs typeface="+mn-cs"/>
                <a:sym typeface="Arial Narrow"/>
              </a:defRPr>
            </a:pPr>
            <a:r>
              <a:rPr lang="ru-RU" sz="1600" kern="0" dirty="0">
                <a:solidFill>
                  <a:srgbClr val="1C4982"/>
                </a:solidFill>
                <a:latin typeface="Segoe UI Semilight" panose="020B0402040204020203" pitchFamily="34" charset="0"/>
                <a:cs typeface="Segoe UI Semilight" panose="020B0402040204020203" pitchFamily="34" charset="0"/>
                <a:sym typeface="Arial Narrow"/>
              </a:rPr>
              <a:t>Департамент программной инженерии</a:t>
            </a:r>
          </a:p>
        </p:txBody>
      </p:sp>
      <p:sp>
        <p:nvSpPr>
          <p:cNvPr id="10" name="TextBox 9">
            <a:extLst>
              <a:ext uri="{FF2B5EF4-FFF2-40B4-BE49-F238E27FC236}">
                <a16:creationId xmlns:a16="http://schemas.microsoft.com/office/drawing/2014/main" id="{D5B254B8-7813-4531-8845-2785815A1CAB}"/>
              </a:ext>
            </a:extLst>
          </p:cNvPr>
          <p:cNvSpPr txBox="1"/>
          <p:nvPr/>
        </p:nvSpPr>
        <p:spPr>
          <a:xfrm>
            <a:off x="2655025" y="2105561"/>
            <a:ext cx="6488975" cy="13234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ru-RU" sz="2000" dirty="0">
                <a:solidFill>
                  <a:srgbClr val="1C4982"/>
                </a:solidFill>
                <a:latin typeface="Segoe UI Semibold" panose="020B0702040204020203" pitchFamily="34" charset="0"/>
                <a:ea typeface="MS PGothic" panose="020B0600070205080204" charset="-128"/>
                <a:cs typeface="Segoe UI Semibold" panose="020B0702040204020203" pitchFamily="34" charset="0"/>
              </a:rPr>
              <a:t>Курсовая работа</a:t>
            </a:r>
          </a:p>
          <a:p>
            <a:pPr algn="ctr"/>
            <a:br>
              <a:rPr lang="ru-RU" sz="2000" dirty="0">
                <a:solidFill>
                  <a:srgbClr val="1C4982"/>
                </a:solidFill>
                <a:latin typeface="Segoe UI Semibold" panose="020B0702040204020203" pitchFamily="34" charset="0"/>
                <a:ea typeface="MS PGothic" panose="020B0600070205080204" charset="-128"/>
                <a:cs typeface="Segoe UI Semibold" panose="020B0702040204020203" pitchFamily="34" charset="0"/>
              </a:rPr>
            </a:br>
            <a:r>
              <a:rPr lang="ru-RU" sz="2000" dirty="0">
                <a:solidFill>
                  <a:srgbClr val="1C4982"/>
                </a:solidFill>
                <a:latin typeface="Segoe UI Semibold" panose="020B0702040204020203" pitchFamily="34" charset="0"/>
                <a:ea typeface="MS PGothic" panose="020B0600070205080204" charset="-128"/>
                <a:cs typeface="Segoe UI Semibold" panose="020B0702040204020203" pitchFamily="34" charset="0"/>
              </a:rPr>
              <a:t>Репозиторий задач </a:t>
            </a:r>
          </a:p>
          <a:p>
            <a:pPr algn="ctr"/>
            <a:r>
              <a:rPr lang="ru-RU" sz="2000" dirty="0">
                <a:solidFill>
                  <a:srgbClr val="1C4982"/>
                </a:solidFill>
                <a:latin typeface="Segoe UI Semibold" panose="020B0702040204020203" pitchFamily="34" charset="0"/>
                <a:ea typeface="MS PGothic" panose="020B0600070205080204" charset="-128"/>
                <a:cs typeface="Segoe UI Semibold" panose="020B0702040204020203" pitchFamily="34" charset="0"/>
              </a:rPr>
              <a:t>для проведения компьютерного тестирования</a:t>
            </a:r>
            <a:endParaRPr lang="ru-RU" sz="2000" dirty="0">
              <a:solidFill>
                <a:srgbClr val="1C4982"/>
              </a:solidFill>
              <a:latin typeface="Segoe UI Semibold" panose="020B0702040204020203" pitchFamily="34" charset="0"/>
              <a:cs typeface="Segoe UI Semibold" panose="020B0702040204020203" pitchFamily="34" charset="0"/>
            </a:endParaRPr>
          </a:p>
        </p:txBody>
      </p:sp>
      <p:sp>
        <p:nvSpPr>
          <p:cNvPr id="12" name="TextBox 11">
            <a:extLst>
              <a:ext uri="{FF2B5EF4-FFF2-40B4-BE49-F238E27FC236}">
                <a16:creationId xmlns:a16="http://schemas.microsoft.com/office/drawing/2014/main" id="{96F4A551-242F-4D98-AE88-6F29AE2791A6}"/>
              </a:ext>
            </a:extLst>
          </p:cNvPr>
          <p:cNvSpPr txBox="1"/>
          <p:nvPr/>
        </p:nvSpPr>
        <p:spPr>
          <a:xfrm>
            <a:off x="4379329" y="4499346"/>
            <a:ext cx="4585062"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r" eaLnBrk="1" hangingPunct="1"/>
            <a:r>
              <a:rPr lang="ru-RU" sz="1600" dirty="0">
                <a:solidFill>
                  <a:srgbClr val="1C4982"/>
                </a:solidFill>
                <a:latin typeface="Segoe UI Semilight" panose="020B0402040204020203" pitchFamily="34" charset="0"/>
                <a:ea typeface="MS PGothic" panose="020B0600070205080204" charset="-128"/>
                <a:cs typeface="Segoe UI Semilight" panose="020B0402040204020203" pitchFamily="34" charset="0"/>
              </a:rPr>
              <a:t>Выполнил студент группы БПИ</a:t>
            </a:r>
            <a:r>
              <a:rPr lang="en-US" sz="1600" dirty="0">
                <a:solidFill>
                  <a:srgbClr val="1C4982"/>
                </a:solidFill>
                <a:latin typeface="Segoe UI Semilight" panose="020B0402040204020203" pitchFamily="34" charset="0"/>
                <a:ea typeface="MS PGothic" panose="020B0600070205080204" charset="-128"/>
                <a:cs typeface="Segoe UI Semilight" panose="020B0402040204020203" pitchFamily="34" charset="0"/>
              </a:rPr>
              <a:t>171 </a:t>
            </a:r>
            <a:endParaRPr lang="ru-RU" sz="1600" dirty="0">
              <a:solidFill>
                <a:srgbClr val="1C4982"/>
              </a:solidFill>
              <a:latin typeface="Segoe UI Semilight" panose="020B0402040204020203" pitchFamily="34" charset="0"/>
              <a:ea typeface="MS PGothic" panose="020B0600070205080204" charset="-128"/>
              <a:cs typeface="Segoe UI Semilight" panose="020B0402040204020203" pitchFamily="34" charset="0"/>
            </a:endParaRPr>
          </a:p>
          <a:p>
            <a:pPr algn="r" eaLnBrk="1" hangingPunct="1"/>
            <a:r>
              <a:rPr kumimoji="1" lang="ru-RU" sz="1600" dirty="0">
                <a:solidFill>
                  <a:srgbClr val="1C4982"/>
                </a:solidFill>
                <a:latin typeface="Segoe UI Semilight" panose="020B0402040204020203" pitchFamily="34" charset="0"/>
                <a:ea typeface="MS PGothic" panose="020B0600070205080204" charset="-128"/>
                <a:cs typeface="Segoe UI Semilight" panose="020B0402040204020203" pitchFamily="34" charset="0"/>
              </a:rPr>
              <a:t>Каруба Тимофей Васильевич</a:t>
            </a:r>
          </a:p>
        </p:txBody>
      </p:sp>
      <p:sp>
        <p:nvSpPr>
          <p:cNvPr id="14" name="TextBox 13">
            <a:extLst>
              <a:ext uri="{FF2B5EF4-FFF2-40B4-BE49-F238E27FC236}">
                <a16:creationId xmlns:a16="http://schemas.microsoft.com/office/drawing/2014/main" id="{2F900BE2-3D92-4B5A-B83D-60701DC54A74}"/>
              </a:ext>
            </a:extLst>
          </p:cNvPr>
          <p:cNvSpPr txBox="1"/>
          <p:nvPr/>
        </p:nvSpPr>
        <p:spPr>
          <a:xfrm>
            <a:off x="4379329" y="5084121"/>
            <a:ext cx="4585062" cy="1077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r" eaLnBrk="1" hangingPunct="1"/>
            <a:r>
              <a:rPr kumimoji="1" lang="ru-RU" sz="1600" dirty="0">
                <a:solidFill>
                  <a:srgbClr val="1C4982"/>
                </a:solidFill>
                <a:latin typeface="Segoe UI Semilight" panose="020B0402040204020203" pitchFamily="34" charset="0"/>
                <a:ea typeface="MS PGothic" panose="020B0600070205080204" charset="-128"/>
                <a:cs typeface="Segoe UI Semilight" panose="020B0402040204020203" pitchFamily="34" charset="0"/>
              </a:rPr>
              <a:t>Научный руководитель: </a:t>
            </a:r>
          </a:p>
          <a:p>
            <a:pPr algn="r" eaLnBrk="1" hangingPunct="1"/>
            <a:r>
              <a:rPr kumimoji="1" lang="ru-RU" sz="1600" dirty="0">
                <a:solidFill>
                  <a:srgbClr val="1C4982"/>
                </a:solidFill>
                <a:latin typeface="Segoe UI Semilight" panose="020B0402040204020203" pitchFamily="34" charset="0"/>
                <a:cs typeface="Segoe UI Semilight" panose="020B0402040204020203" pitchFamily="34" charset="0"/>
              </a:rPr>
              <a:t>Дударев Виктор Анатольевич</a:t>
            </a:r>
            <a:endParaRPr kumimoji="1" lang="en-US" sz="1600" dirty="0">
              <a:solidFill>
                <a:srgbClr val="1C4982"/>
              </a:solidFill>
              <a:latin typeface="Segoe UI Semilight" panose="020B0402040204020203" pitchFamily="34" charset="0"/>
              <a:cs typeface="Segoe UI Semilight" panose="020B0402040204020203" pitchFamily="34" charset="0"/>
            </a:endParaRPr>
          </a:p>
          <a:p>
            <a:pPr algn="r" eaLnBrk="1" hangingPunct="1"/>
            <a:r>
              <a:rPr kumimoji="1" lang="ru-RU" sz="1600" dirty="0">
                <a:solidFill>
                  <a:srgbClr val="1C4982"/>
                </a:solidFill>
                <a:latin typeface="Segoe UI Semilight" panose="020B0402040204020203" pitchFamily="34" charset="0"/>
                <a:cs typeface="Segoe UI Semilight" panose="020B0402040204020203" pitchFamily="34" charset="0"/>
              </a:rPr>
              <a:t>Доцент департамента программной</a:t>
            </a:r>
            <a:r>
              <a:rPr kumimoji="1" lang="en-US" sz="1600" dirty="0">
                <a:solidFill>
                  <a:srgbClr val="1C4982"/>
                </a:solidFill>
                <a:latin typeface="Segoe UI Semilight" panose="020B0402040204020203" pitchFamily="34" charset="0"/>
                <a:cs typeface="Segoe UI Semilight" panose="020B0402040204020203" pitchFamily="34" charset="0"/>
              </a:rPr>
              <a:t> </a:t>
            </a:r>
            <a:r>
              <a:rPr kumimoji="1" lang="ru-RU" sz="1600" dirty="0">
                <a:solidFill>
                  <a:srgbClr val="1C4982"/>
                </a:solidFill>
                <a:latin typeface="Segoe UI Semilight" panose="020B0402040204020203" pitchFamily="34" charset="0"/>
                <a:cs typeface="Segoe UI Semilight" panose="020B0402040204020203" pitchFamily="34" charset="0"/>
              </a:rPr>
              <a:t>инженерии</a:t>
            </a:r>
          </a:p>
          <a:p>
            <a:pPr algn="r" eaLnBrk="1" hangingPunct="1"/>
            <a:r>
              <a:rPr kumimoji="1" lang="ru-RU" sz="1600" dirty="0">
                <a:solidFill>
                  <a:srgbClr val="1C4982"/>
                </a:solidFill>
                <a:latin typeface="Segoe UI Semilight" panose="020B0402040204020203" pitchFamily="34" charset="0"/>
                <a:cs typeface="Segoe UI Semilight" panose="020B0402040204020203" pitchFamily="34" charset="0"/>
              </a:rPr>
              <a:t> факультета компьютерных наук</a:t>
            </a:r>
          </a:p>
        </p:txBody>
      </p:sp>
      <p:sp>
        <p:nvSpPr>
          <p:cNvPr id="18" name="TextBox 17">
            <a:extLst>
              <a:ext uri="{FF2B5EF4-FFF2-40B4-BE49-F238E27FC236}">
                <a16:creationId xmlns:a16="http://schemas.microsoft.com/office/drawing/2014/main" id="{05DB6DFC-E1EE-4751-9C71-DFDD6C342D7E}"/>
              </a:ext>
            </a:extLst>
          </p:cNvPr>
          <p:cNvSpPr txBox="1"/>
          <p:nvPr/>
        </p:nvSpPr>
        <p:spPr>
          <a:xfrm>
            <a:off x="2655025" y="6407560"/>
            <a:ext cx="6488975"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ru-RU" sz="1500" dirty="0">
                <a:solidFill>
                  <a:srgbClr val="1C4982"/>
                </a:solidFill>
                <a:latin typeface="Segoe UI Semibold" panose="020B0702040204020203" pitchFamily="34" charset="0"/>
                <a:cs typeface="Segoe UI Semibold" panose="020B0702040204020203" pitchFamily="34" charset="0"/>
              </a:rPr>
              <a:t>Москва </a:t>
            </a:r>
            <a:r>
              <a:rPr lang="ru-RU" sz="1600" dirty="0">
                <a:solidFill>
                  <a:srgbClr val="1C4982"/>
                </a:solidFill>
                <a:latin typeface="Segoe UI Semibold" panose="020B0702040204020203" pitchFamily="34" charset="0"/>
                <a:cs typeface="Segoe UI Semibold" panose="020B0702040204020203" pitchFamily="34" charset="0"/>
              </a:rPr>
              <a:t>2020</a:t>
            </a:r>
          </a:p>
        </p:txBody>
      </p:sp>
      <p:sp>
        <p:nvSpPr>
          <p:cNvPr id="20" name="Прямоугольник 19">
            <a:extLst>
              <a:ext uri="{FF2B5EF4-FFF2-40B4-BE49-F238E27FC236}">
                <a16:creationId xmlns:a16="http://schemas.microsoft.com/office/drawing/2014/main" id="{77C395CE-5045-4DC9-B01A-EED2EBE469D1}"/>
              </a:ext>
            </a:extLst>
          </p:cNvPr>
          <p:cNvSpPr/>
          <p:nvPr/>
        </p:nvSpPr>
        <p:spPr>
          <a:xfrm>
            <a:off x="1" y="0"/>
            <a:ext cx="2655021" cy="6858000"/>
          </a:xfrm>
          <a:prstGeom prst="rect">
            <a:avLst/>
          </a:prstGeom>
          <a:solidFill>
            <a:srgbClr val="1C4982"/>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ru-RU" sz="2400" b="0" i="0" u="none" strike="noStrike" cap="none" spc="0" normalizeH="0" baseline="0">
              <a:ln>
                <a:noFill/>
              </a:ln>
              <a:solidFill>
                <a:srgbClr val="FFFFFF"/>
              </a:solidFill>
              <a:effectLst/>
              <a:uFillTx/>
              <a:latin typeface="+mj-lt"/>
              <a:ea typeface="+mj-ea"/>
              <a:cs typeface="+mj-cs"/>
              <a:sym typeface="Helvetica Light"/>
            </a:endParaRPr>
          </a:p>
        </p:txBody>
      </p:sp>
      <p:pic>
        <p:nvPicPr>
          <p:cNvPr id="23" name="Изображение" descr="Изображение">
            <a:extLst>
              <a:ext uri="{FF2B5EF4-FFF2-40B4-BE49-F238E27FC236}">
                <a16:creationId xmlns:a16="http://schemas.microsoft.com/office/drawing/2014/main" id="{784DAFE9-6FD6-46BC-91D5-18F6CF47C4D5}"/>
              </a:ext>
            </a:extLst>
          </p:cNvPr>
          <p:cNvPicPr>
            <a:picLocks noChangeAspect="1"/>
          </p:cNvPicPr>
          <p:nvPr/>
        </p:nvPicPr>
        <p:blipFill>
          <a:blip r:embed="rId2"/>
          <a:stretch>
            <a:fillRect/>
          </a:stretch>
        </p:blipFill>
        <p:spPr>
          <a:xfrm>
            <a:off x="354668" y="419662"/>
            <a:ext cx="1945686" cy="1881278"/>
          </a:xfrm>
          <a:prstGeom prst="rect">
            <a:avLst/>
          </a:prstGeom>
          <a:ln w="12700">
            <a:miter lim="400000"/>
          </a:ln>
        </p:spPr>
      </p:pic>
    </p:spTree>
    <p:extLst>
      <p:ext uri="{BB962C8B-B14F-4D97-AF65-F5344CB8AC3E}">
        <p14:creationId xmlns:p14="http://schemas.microsoft.com/office/powerpoint/2010/main" val="198391790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2"/>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5" y="205499"/>
            <a:ext cx="7315196" cy="621375"/>
          </a:xfrm>
          <a:prstGeom prst="rect">
            <a:avLst/>
          </a:prstGeom>
          <a:ln w="12700">
            <a:miter lim="400000"/>
          </a:ln>
          <a:extLst>
            <a:ext uri="{C572A759-6A51-4108-AA02-DFA0A04FC94B}">
              <ma14:wrappingTextBoxFlag xmlns:ma14="http://schemas.microsoft.com/office/mac/drawingml/2011/main" xmlns="" val="1"/>
            </a:ext>
          </a:extLst>
        </p:spPr>
        <p:txBody>
          <a:bodyPr lIns="26789" tIns="26789" rIns="26789" bIns="26789" anchor="ctr"/>
          <a:lstStyle/>
          <a:p>
            <a:r>
              <a:rPr lang="ru-RU" sz="2400" dirty="0">
                <a:solidFill>
                  <a:srgbClr val="1C4982"/>
                </a:solidFill>
                <a:latin typeface="Segoe UI Semibold" panose="020B0702040204020203" pitchFamily="34" charset="0"/>
                <a:cs typeface="Segoe UI Semibold" panose="020B0702040204020203" pitchFamily="34" charset="0"/>
              </a:rPr>
              <a:t>Описание предметной области</a:t>
            </a:r>
            <a:endParaRPr lang="en-US" sz="2400" dirty="0">
              <a:solidFill>
                <a:srgbClr val="1C4982"/>
              </a:solidFill>
              <a:latin typeface="Segoe UI Semibold" panose="020B0702040204020203" pitchFamily="34" charset="0"/>
              <a:cs typeface="Segoe UI Semibold" panose="020B0702040204020203" pitchFamily="34" charset="0"/>
            </a:endParaRPr>
          </a:p>
        </p:txBody>
      </p:sp>
      <p:sp>
        <p:nvSpPr>
          <p:cNvPr id="125"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p:cNvSpPr txBox="1"/>
          <p:nvPr/>
        </p:nvSpPr>
        <p:spPr>
          <a:xfrm>
            <a:off x="460461" y="1042887"/>
            <a:ext cx="8223071" cy="5199358"/>
          </a:xfrm>
          <a:prstGeom prst="rect">
            <a:avLst/>
          </a:prstGeom>
          <a:ln w="12700">
            <a:miter lim="400000"/>
          </a:ln>
          <a:extLst>
            <a:ext uri="{C572A759-6A51-4108-AA02-DFA0A04FC94B}">
              <ma14:wrappingTextBoxFlag xmlns:ma14="http://schemas.microsoft.com/office/mac/drawingml/2011/main" xmlns="" val="1"/>
            </a:ext>
          </a:extLst>
        </p:spPr>
        <p:txBody>
          <a:bodyPr lIns="26789" tIns="26789" rIns="26789" bIns="26789"/>
          <a:lstStyle/>
          <a:p>
            <a:pPr marL="214308" indent="-214308">
              <a:buFont typeface="Arial" panose="020B0604020202020204" pitchFamily="34" charset="0"/>
              <a:buChar char="•"/>
            </a:pPr>
            <a:r>
              <a:rPr lang="ru-RU" dirty="0" err="1">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Репозито́рий</a:t>
            </a:r>
            <a:r>
              <a:rPr lang="ru-RU"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(от англ. </a:t>
            </a:r>
            <a:r>
              <a:rPr lang="ru-RU" dirty="0" err="1">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repository</a:t>
            </a:r>
            <a:r>
              <a:rPr lang="ru-RU"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 хранилище) — место, где хранятся и поддерживаются какие-либо данные. В нашем случае в качестве данных выступают вопросы для тестовых заданий. Отсюда вытекают некоторые специфические возможности, обеспечиваемые репозиторием для такого типа данных, как например: загрузка данных в виде .</a:t>
            </a:r>
            <a:r>
              <a:rPr lang="en-US"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xlsx </a:t>
            </a:r>
            <a:r>
              <a:rPr lang="ru-RU"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файлов, добавление вопросов через </a:t>
            </a:r>
            <a:r>
              <a:rPr lang="ru-RU"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адаптированную </a:t>
            </a:r>
            <a:r>
              <a:rPr lang="ru-RU"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форму в веб-интерфейсе и создание из хранящихся вопросов вариантов тестов с возможностью их последующей выгрузки.</a:t>
            </a:r>
            <a:endParaRPr lang="ru-RU" sz="1600" dirty="0">
              <a:solidFill>
                <a:srgbClr val="1C4982"/>
              </a:solidFill>
              <a:latin typeface="Segoe UI Semilight" panose="020B0402040204020203" pitchFamily="34" charset="0"/>
              <a:cs typeface="Segoe UI Semilight" panose="020B0402040204020203" pitchFamily="34" charset="0"/>
            </a:endParaRPr>
          </a:p>
        </p:txBody>
      </p:sp>
      <p:pic>
        <p:nvPicPr>
          <p:cNvPr id="128" name="Изображение" descr="Изображение"/>
          <p:cNvPicPr>
            <a:picLocks noChangeAspect="1"/>
          </p:cNvPicPr>
          <p:nvPr/>
        </p:nvPicPr>
        <p:blipFill>
          <a:blip r:embed="rId3"/>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2</a:t>
            </a:fld>
            <a:endParaRPr lang="ru-RU" sz="1600" dirty="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dirty="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dirty="0">
                <a:solidFill>
                  <a:schemeClr val="bg1"/>
                </a:solidFill>
                <a:latin typeface="Segoe UI Semilight" panose="020B0402040204020203" pitchFamily="34" charset="0"/>
                <a:cs typeface="Segoe UI Semilight" panose="020B0402040204020203" pitchFamily="34" charset="0"/>
              </a:rPr>
              <a:t>20</a:t>
            </a:r>
            <a:endParaRPr kumimoji="1" lang="ru-RU" sz="1200" dirty="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dirty="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pic>
        <p:nvPicPr>
          <p:cNvPr id="19" name="Рисунок 18">
            <a:extLst>
              <a:ext uri="{FF2B5EF4-FFF2-40B4-BE49-F238E27FC236}">
                <a16:creationId xmlns:a16="http://schemas.microsoft.com/office/drawing/2014/main" id="{3B9B13B3-1E45-482F-83F0-A40C55A59625}"/>
              </a:ext>
            </a:extLst>
          </p:cNvPr>
          <p:cNvPicPr>
            <a:picLocks noChangeAspect="1"/>
          </p:cNvPicPr>
          <p:nvPr/>
        </p:nvPicPr>
        <p:blipFill rotWithShape="1">
          <a:blip r:embed="rId4">
            <a:extLst>
              <a:ext uri="{28A0092B-C50C-407E-A947-70E740481C1C}">
                <a14:useLocalDpi xmlns:a14="http://schemas.microsoft.com/office/drawing/2010/main" val="0"/>
              </a:ext>
            </a:extLst>
          </a:blip>
          <a:srcRect l="15065" t="14423" r="15535" b="16388"/>
          <a:stretch/>
        </p:blipFill>
        <p:spPr>
          <a:xfrm>
            <a:off x="2954492" y="3110589"/>
            <a:ext cx="3235005" cy="3225200"/>
          </a:xfrm>
          <a:prstGeom prst="ellipse">
            <a:avLst/>
          </a:prstGeom>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2"/>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5" y="182380"/>
            <a:ext cx="7315196" cy="621375"/>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lstStyle/>
          <a:p>
            <a:r>
              <a:rPr lang="ru-RU" sz="2400" dirty="0">
                <a:solidFill>
                  <a:srgbClr val="1C4982"/>
                </a:solidFill>
                <a:effectLst/>
                <a:latin typeface="Segoe UI Semibold" panose="020B0702040204020203" pitchFamily="34" charset="0"/>
                <a:cs typeface="Segoe UI Semibold" panose="020B0702040204020203" pitchFamily="34" charset="0"/>
              </a:rPr>
              <a:t>Основные понятия, определения, термины</a:t>
            </a:r>
            <a:endParaRPr lang="en-US" sz="2400" dirty="0">
              <a:solidFill>
                <a:srgbClr val="1C4982"/>
              </a:solidFill>
              <a:latin typeface="Segoe UI Semibold" panose="020B0702040204020203" pitchFamily="34" charset="0"/>
              <a:cs typeface="Segoe UI Semibold" panose="020B0702040204020203" pitchFamily="34" charset="0"/>
            </a:endParaRPr>
          </a:p>
        </p:txBody>
      </p:sp>
      <p:sp>
        <p:nvSpPr>
          <p:cNvPr id="125"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p:cNvSpPr txBox="1"/>
          <p:nvPr/>
        </p:nvSpPr>
        <p:spPr>
          <a:xfrm>
            <a:off x="460461" y="1042887"/>
            <a:ext cx="8223071" cy="5263647"/>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lstStyle/>
          <a:p>
            <a:pPr marL="171450" indent="-171450">
              <a:buFont typeface="Arial" panose="020B0604020202020204" pitchFamily="34" charset="0"/>
              <a:buChar char="•"/>
            </a:pPr>
            <a:r>
              <a:rPr lang="ru-RU" sz="1350" i="1"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Open XML</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(OOXML, DOCX, XLSX, PPTX, ISO/IEC IS 29500:2008) – серия форматов файлов для хранения электронных документов пакетов офисных приложений. Формат представляет собой </a:t>
            </a:r>
            <a:r>
              <a:rPr lang="ru-RU" sz="1350" dirty="0" err="1">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zip</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-архив, содержащий текст в виде XML, графику и другие данные, которые ранее хранились в двоичных форматах DOC, XLS и т. д. </a:t>
            </a:r>
          </a:p>
          <a:p>
            <a:pPr marL="171450" lvl="0" indent="-171450" algn="just">
              <a:buFont typeface="Arial" panose="020B0604020202020204" pitchFamily="34" charset="0"/>
              <a:buChar char="•"/>
            </a:pPr>
            <a:r>
              <a:rPr lang="ru-RU" sz="1350" i="1"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ORM</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(англ. </a:t>
            </a:r>
            <a:r>
              <a:rPr lang="ru-RU" sz="1350" dirty="0" err="1">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Object-Relational</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a:t>
            </a:r>
            <a:r>
              <a:rPr lang="ru-RU" sz="1350" dirty="0" err="1">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Mapping</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 технология программирования, которая связывает базы данных с концепциями объектно-ориентированных языков программирования, создавая «виртуальную объектную базу данных».</a:t>
            </a:r>
          </a:p>
          <a:p>
            <a:pPr marL="171450" lvl="0" indent="-171450">
              <a:buFont typeface="Arial" panose="020B0604020202020204" pitchFamily="34" charset="0"/>
              <a:buChar char="•"/>
            </a:pPr>
            <a:r>
              <a:rPr lang="ru-RU" sz="1350" i="1" dirty="0" err="1">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Д</a:t>
            </a:r>
            <a:r>
              <a:rPr lang="ru-RU" sz="1350" i="1" dirty="0" err="1">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ашборд</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 это графическая панель, наглядно отображающая данные, сгруппированные по смыслу, интерактивный настраиваемый отчет.</a:t>
            </a:r>
          </a:p>
          <a:p>
            <a:pPr marL="171450" lvl="0" indent="-171450">
              <a:buFont typeface="Arial" panose="020B0604020202020204" pitchFamily="34" charset="0"/>
              <a:buChar char="•"/>
            </a:pPr>
            <a:r>
              <a:rPr lang="en-US" sz="1350" i="1"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DTO</a:t>
            </a:r>
            <a:r>
              <a:rPr lang="en-US"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a:t>
            </a:r>
            <a:r>
              <a:rPr lang="en-US" sz="135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a:t>
            </a:r>
            <a:r>
              <a:rPr lang="ru-RU" sz="135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англ. </a:t>
            </a:r>
            <a:r>
              <a:rPr lang="ru-RU" sz="1350" dirty="0" err="1">
                <a:solidFill>
                  <a:srgbClr val="1C4982"/>
                </a:solidFill>
                <a:latin typeface="Segoe UI Semilight" panose="020B0402040204020203" pitchFamily="34" charset="0"/>
                <a:cs typeface="Segoe UI Semilight" panose="020B0402040204020203" pitchFamily="34" charset="0"/>
              </a:rPr>
              <a:t>Data</a:t>
            </a:r>
            <a:r>
              <a:rPr lang="ru-RU" sz="1350" dirty="0">
                <a:solidFill>
                  <a:srgbClr val="1C4982"/>
                </a:solidFill>
                <a:latin typeface="Segoe UI Semilight" panose="020B0402040204020203" pitchFamily="34" charset="0"/>
                <a:cs typeface="Segoe UI Semilight" panose="020B0402040204020203" pitchFamily="34" charset="0"/>
              </a:rPr>
              <a:t> </a:t>
            </a:r>
            <a:r>
              <a:rPr lang="ru-RU" sz="1350" dirty="0" err="1">
                <a:solidFill>
                  <a:srgbClr val="1C4982"/>
                </a:solidFill>
                <a:latin typeface="Segoe UI Semilight" panose="020B0402040204020203" pitchFamily="34" charset="0"/>
                <a:cs typeface="Segoe UI Semilight" panose="020B0402040204020203" pitchFamily="34" charset="0"/>
              </a:rPr>
              <a:t>Transfer</a:t>
            </a:r>
            <a:r>
              <a:rPr lang="ru-RU" sz="1350" dirty="0">
                <a:solidFill>
                  <a:srgbClr val="1C4982"/>
                </a:solidFill>
                <a:latin typeface="Segoe UI Semilight" panose="020B0402040204020203" pitchFamily="34" charset="0"/>
                <a:cs typeface="Segoe UI Semilight" panose="020B0402040204020203" pitchFamily="34" charset="0"/>
              </a:rPr>
              <a:t> </a:t>
            </a:r>
            <a:r>
              <a:rPr lang="ru-RU" sz="1350" dirty="0" err="1">
                <a:solidFill>
                  <a:srgbClr val="1C4982"/>
                </a:solidFill>
                <a:latin typeface="Segoe UI Semilight" panose="020B0402040204020203" pitchFamily="34" charset="0"/>
                <a:cs typeface="Segoe UI Semilight" panose="020B0402040204020203" pitchFamily="34" charset="0"/>
              </a:rPr>
              <a:t>Object</a:t>
            </a:r>
            <a:r>
              <a:rPr lang="en-US" sz="1350" dirty="0">
                <a:solidFill>
                  <a:srgbClr val="1C4982"/>
                </a:solidFill>
                <a:latin typeface="Segoe UI Semilight" panose="020B0402040204020203" pitchFamily="34" charset="0"/>
                <a:cs typeface="Segoe UI Semilight" panose="020B0402040204020203" pitchFamily="34" charset="0"/>
              </a:rPr>
              <a:t>)</a:t>
            </a:r>
            <a:r>
              <a:rPr lang="ru-RU" sz="1350" dirty="0">
                <a:solidFill>
                  <a:srgbClr val="1C4982"/>
                </a:solidFill>
                <a:latin typeface="Segoe UI Semilight" panose="020B0402040204020203" pitchFamily="34" charset="0"/>
                <a:cs typeface="Segoe UI Semilight" panose="020B0402040204020203" pitchFamily="34" charset="0"/>
              </a:rPr>
              <a:t> –  один из шаблонов проектирования, используется для передачи данных между подсистемами приложения. </a:t>
            </a:r>
            <a:r>
              <a:rPr lang="en-US" sz="1350" dirty="0">
                <a:solidFill>
                  <a:srgbClr val="1C4982"/>
                </a:solidFill>
                <a:latin typeface="Segoe UI Semilight" panose="020B0402040204020203" pitchFamily="34" charset="0"/>
                <a:cs typeface="Segoe UI Semilight" panose="020B0402040204020203" pitchFamily="34" charset="0"/>
              </a:rPr>
              <a:t>DTO </a:t>
            </a:r>
            <a:r>
              <a:rPr lang="ru-RU" sz="1350" dirty="0">
                <a:solidFill>
                  <a:srgbClr val="1C4982"/>
                </a:solidFill>
                <a:latin typeface="Segoe UI Semilight" panose="020B0402040204020203" pitchFamily="34" charset="0"/>
                <a:cs typeface="Segoe UI Semilight" panose="020B0402040204020203" pitchFamily="34" charset="0"/>
              </a:rPr>
              <a:t>не должен содержать какого-либо поведения.</a:t>
            </a:r>
            <a:endParaRPr lang="en-US" sz="1350" dirty="0">
              <a:solidFill>
                <a:srgbClr val="1C4982"/>
              </a:solidFill>
              <a:latin typeface="Segoe UI Semilight" panose="020B0402040204020203" pitchFamily="34" charset="0"/>
              <a:cs typeface="Segoe UI Semilight" panose="020B0402040204020203" pitchFamily="34" charset="0"/>
            </a:endParaRPr>
          </a:p>
          <a:p>
            <a:pPr marL="171450" indent="-171450">
              <a:buFont typeface="Arial" panose="020B0604020202020204" pitchFamily="34" charset="0"/>
              <a:buChar char="•"/>
            </a:pPr>
            <a:r>
              <a:rPr lang="ru-RU" sz="1350" i="1"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MIME</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(англ. </a:t>
            </a:r>
            <a:r>
              <a:rPr lang="ru-RU" sz="1350" dirty="0" err="1">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Multipurpose</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a:t>
            </a:r>
            <a:r>
              <a:rPr lang="ru-RU" sz="1350" dirty="0" err="1">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Internet</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a:t>
            </a:r>
            <a:r>
              <a:rPr lang="ru-RU" sz="1350" dirty="0" err="1">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Mail</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a:t>
            </a:r>
            <a:r>
              <a:rPr lang="ru-RU" sz="1350" dirty="0" err="1">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Extensions</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 стандарт, описывающий передачу различных типов данных по электронной почте, а также, в общем случае, спецификация для кодирования информации и форматирования сообщений таким образом, чтобы их можно было пересылать по Интернету.</a:t>
            </a:r>
            <a:endParaRPr lang="ru-RU" sz="1350" dirty="0">
              <a:solidFill>
                <a:srgbClr val="1C4982"/>
              </a:solidFill>
              <a:latin typeface="Segoe UI Semilight" panose="020B0402040204020203" pitchFamily="34" charset="0"/>
              <a:cs typeface="Segoe UI Semilight" panose="020B0402040204020203" pitchFamily="34" charset="0"/>
            </a:endParaRPr>
          </a:p>
          <a:p>
            <a:pPr marL="171450" indent="-171450">
              <a:buFont typeface="Arial" panose="020B0604020202020204" pitchFamily="34" charset="0"/>
              <a:buChar char="•"/>
            </a:pPr>
            <a:r>
              <a:rPr lang="ru-RU" sz="1350" i="1"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JSON</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(англ. </a:t>
            </a:r>
            <a:r>
              <a:rPr lang="ru-RU" sz="1350" dirty="0" err="1">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JavaScript</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a:t>
            </a:r>
            <a:r>
              <a:rPr lang="ru-RU" sz="1350" dirty="0" err="1">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Object</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a:t>
            </a:r>
            <a:r>
              <a:rPr lang="ru-RU" sz="1350" dirty="0" err="1">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Notation</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 простой формат обмена данными, удобный для чтения и написания как человеком, так и компьютером.</a:t>
            </a:r>
          </a:p>
          <a:p>
            <a:pPr marL="171450" indent="-171450">
              <a:buFont typeface="Arial" panose="020B0604020202020204" pitchFamily="34" charset="0"/>
              <a:buChar char="•"/>
            </a:pPr>
            <a:r>
              <a:rPr lang="en-US" sz="1350" i="1"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application</a:t>
            </a:r>
            <a:r>
              <a:rPr lang="ru-RU" sz="1350" i="1"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a:t>
            </a:r>
            <a:r>
              <a:rPr lang="en-US" sz="1350" i="1"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json</a:t>
            </a:r>
            <a:r>
              <a:rPr lang="en-US"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a:t>
            </a:r>
            <a:r>
              <a:rPr lang="en-US"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MIME</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-тип для данных формата </a:t>
            </a:r>
            <a:r>
              <a:rPr lang="en-US"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JSON</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a:t>
            </a:r>
            <a:endParaRPr lang="en-US" sz="1350" dirty="0">
              <a:solidFill>
                <a:srgbClr val="1C4982"/>
              </a:solidFill>
              <a:latin typeface="Segoe UI Semilight" panose="020B0402040204020203" pitchFamily="34" charset="0"/>
              <a:cs typeface="Segoe UI Semilight" panose="020B0402040204020203" pitchFamily="34" charset="0"/>
            </a:endParaRPr>
          </a:p>
          <a:p>
            <a:pPr marL="171450" lvl="0" indent="-171450">
              <a:buFont typeface="Arial" panose="020B0604020202020204" pitchFamily="34" charset="0"/>
              <a:buChar char="•"/>
            </a:pPr>
            <a:r>
              <a:rPr lang="ru-RU" sz="1350" i="1"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JWT</a:t>
            </a:r>
            <a:r>
              <a:rPr lang="en-US"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англ</a:t>
            </a:r>
            <a:r>
              <a:rPr lang="ru-RU" sz="135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 </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JSON </a:t>
            </a:r>
            <a:r>
              <a:rPr lang="ru-RU" sz="1350" dirty="0" err="1">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Web</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a:t>
            </a:r>
            <a:r>
              <a:rPr lang="ru-RU" sz="1350" dirty="0" err="1">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Token</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 это открытый стандарт для создания токенов доступа, основанный на формате JSON. Как правило, используется для передачи данных для аутентификации в клиент-серверных приложениях. Токены создаются сервером, подписываются секретным ключом и передаются клиенту, который в дальнейшем использует данный токен для подтверждения своей личности. </a:t>
            </a:r>
            <a:endParaRPr lang="en-US"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endParaRPr>
          </a:p>
          <a:p>
            <a:pPr marL="171450" indent="-171450">
              <a:buFont typeface="Arial" panose="020B0604020202020204" pitchFamily="34" charset="0"/>
              <a:buChar char="•"/>
            </a:pPr>
            <a:r>
              <a:rPr lang="ru-RU" sz="1350" i="1"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Веб-интерфейс</a:t>
            </a:r>
            <a:r>
              <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 – веб-страница или совокупность веб-страниц, предоставляющая пользовательский интерфейс для взаимодействия с сервисом или устройством посредством протокола HTTP и веб-браузера.</a:t>
            </a:r>
            <a:endParaRPr lang="ru-RU" sz="135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endParaRPr>
          </a:p>
          <a:p>
            <a:pPr marL="171450" lvl="0" indent="-171450">
              <a:buFont typeface="Arial" panose="020B0604020202020204" pitchFamily="34" charset="0"/>
              <a:buChar char="•"/>
            </a:pPr>
            <a:endParaRPr lang="ru-RU" sz="135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endParaRPr>
          </a:p>
        </p:txBody>
      </p:sp>
      <p:pic>
        <p:nvPicPr>
          <p:cNvPr id="128" name="Изображение" descr="Изображение"/>
          <p:cNvPicPr>
            <a:picLocks noChangeAspect="1"/>
          </p:cNvPicPr>
          <p:nvPr/>
        </p:nvPicPr>
        <p:blipFill>
          <a:blip r:embed="rId3"/>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3</a:t>
            </a:fld>
            <a:endParaRPr lang="ru-RU" sz="1600" dirty="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dirty="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dirty="0">
                <a:solidFill>
                  <a:schemeClr val="bg1"/>
                </a:solidFill>
                <a:latin typeface="Segoe UI Semilight" panose="020B0402040204020203" pitchFamily="34" charset="0"/>
                <a:cs typeface="Segoe UI Semilight" panose="020B0402040204020203" pitchFamily="34" charset="0"/>
              </a:rPr>
              <a:t>20</a:t>
            </a:r>
            <a:endParaRPr kumimoji="1" lang="ru-RU" sz="1200" dirty="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dirty="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spTree>
    <p:extLst>
      <p:ext uri="{BB962C8B-B14F-4D97-AF65-F5344CB8AC3E}">
        <p14:creationId xmlns:p14="http://schemas.microsoft.com/office/powerpoint/2010/main" val="59384119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2"/>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5" y="189940"/>
            <a:ext cx="7315196" cy="621375"/>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lstStyle/>
          <a:p>
            <a:r>
              <a:rPr lang="ru-RU" sz="2400" dirty="0">
                <a:solidFill>
                  <a:srgbClr val="1C4982"/>
                </a:solidFill>
                <a:latin typeface="Segoe UI Semibold" panose="020B0702040204020203" pitchFamily="34" charset="0"/>
                <a:cs typeface="Segoe UI Semibold" panose="020B0702040204020203" pitchFamily="34" charset="0"/>
              </a:rPr>
              <a:t>Актуальность работы</a:t>
            </a:r>
            <a:endParaRPr lang="en-US" sz="2400" dirty="0">
              <a:solidFill>
                <a:srgbClr val="1C4982"/>
              </a:solidFill>
              <a:latin typeface="Segoe UI Semibold" panose="020B0702040204020203" pitchFamily="34" charset="0"/>
              <a:cs typeface="Segoe UI Semibold" panose="020B0702040204020203" pitchFamily="34" charset="0"/>
            </a:endParaRPr>
          </a:p>
        </p:txBody>
      </p:sp>
      <p:sp>
        <p:nvSpPr>
          <p:cNvPr id="125"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p:cNvSpPr txBox="1"/>
          <p:nvPr/>
        </p:nvSpPr>
        <p:spPr>
          <a:xfrm>
            <a:off x="4313579" y="1084180"/>
            <a:ext cx="4143375" cy="5199358"/>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lstStyle/>
          <a:p>
            <a:r>
              <a:rPr lang="ru-RU"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Данная программа может использоваться преподавателями для более удобного хранения заданий компьютерного тестирования, их редактирования, а также формирования наборов вопросов для проведения тестирования. Так же ее использование повысит защиту от списывания так как студентам будет сложнее получить информацию о вопросах. Возможно получение </a:t>
            </a:r>
            <a:r>
              <a:rPr lang="ru-RU"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тестовой или проверяющей системой вариантов </a:t>
            </a:r>
            <a:r>
              <a:rPr lang="ru-RU"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напрямую с сервера, что увеличит скорость проверки результатов тестирования.</a:t>
            </a:r>
            <a:endParaRPr lang="ru-RU" sz="1600" dirty="0">
              <a:solidFill>
                <a:srgbClr val="1C4982"/>
              </a:solidFill>
              <a:latin typeface="Segoe UI Semilight" panose="020B0402040204020203" pitchFamily="34" charset="0"/>
              <a:cs typeface="Segoe UI Semilight" panose="020B0402040204020203" pitchFamily="34" charset="0"/>
            </a:endParaRPr>
          </a:p>
        </p:txBody>
      </p:sp>
      <p:pic>
        <p:nvPicPr>
          <p:cNvPr id="128" name="Изображение" descr="Изображение"/>
          <p:cNvPicPr>
            <a:picLocks noChangeAspect="1"/>
          </p:cNvPicPr>
          <p:nvPr/>
        </p:nvPicPr>
        <p:blipFill>
          <a:blip r:embed="rId3"/>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4</a:t>
            </a:fld>
            <a:endParaRPr lang="ru-RU" sz="160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a:solidFill>
                  <a:schemeClr val="bg1"/>
                </a:solidFill>
                <a:latin typeface="Segoe UI Semilight" panose="020B0402040204020203" pitchFamily="34" charset="0"/>
                <a:cs typeface="Segoe UI Semilight" panose="020B0402040204020203" pitchFamily="34" charset="0"/>
              </a:rPr>
              <a:t>20</a:t>
            </a:r>
            <a:endParaRPr kumimoji="1" lang="ru-RU" sz="120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pic>
        <p:nvPicPr>
          <p:cNvPr id="3" name="Рисунок 2">
            <a:extLst>
              <a:ext uri="{FF2B5EF4-FFF2-40B4-BE49-F238E27FC236}">
                <a16:creationId xmlns:a16="http://schemas.microsoft.com/office/drawing/2014/main" id="{6A1DF21D-B4EC-4D5C-8A22-A452813ED8A8}"/>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23889" y1="89667" x2="40556" y2="88556"/>
                        <a14:foregroundMark x1="40556" y1="88556" x2="71667" y2="89333"/>
                        <a14:foregroundMark x1="71667" y1="89333" x2="76667" y2="89111"/>
                        <a14:foregroundMark x1="36111" y1="59222" x2="42333" y2="59222"/>
                        <a14:foregroundMark x1="36111" y1="66444" x2="39667" y2="66333"/>
                        <a14:foregroundMark x1="35111" y1="47667" x2="40333" y2="47222"/>
                        <a14:foregroundMark x1="36111" y1="40222" x2="43667" y2="40222"/>
                        <a14:foregroundMark x1="58249" y1="45200" x2="61111" y2="45111"/>
                        <a14:foregroundMark x1="54000" y1="45333" x2="56508" y2="45255"/>
                        <a14:foregroundMark x1="61111" y1="45111" x2="63556" y2="42889"/>
                        <a14:foregroundMark x1="57744" y1="64265" x2="60444" y2="64556"/>
                        <a14:foregroundMark x1="53222" y1="63778" x2="55800" y2="64056"/>
                        <a14:foregroundMark x1="60444" y1="64556" x2="63667" y2="61667"/>
                        <a14:backgroundMark x1="57444" y1="45667" x2="57222" y2="43222"/>
                        <a14:backgroundMark x1="57667" y1="46111" x2="56444" y2="45111"/>
                        <a14:backgroundMark x1="57667" y1="45667" x2="58333" y2="45000"/>
                        <a14:backgroundMark x1="56111" y1="63667" x2="57778" y2="64222"/>
                        <a14:backgroundMark x1="57667" y1="44556" x2="58556" y2="44778"/>
                      </a14:backgroundRemoval>
                    </a14:imgEffect>
                  </a14:imgLayer>
                </a14:imgProps>
              </a:ext>
              <a:ext uri="{28A0092B-C50C-407E-A947-70E740481C1C}">
                <a14:useLocalDpi xmlns:a14="http://schemas.microsoft.com/office/drawing/2010/main" val="0"/>
              </a:ext>
            </a:extLst>
          </a:blip>
          <a:stretch>
            <a:fillRect/>
          </a:stretch>
        </p:blipFill>
        <p:spPr>
          <a:xfrm>
            <a:off x="286955" y="1280793"/>
            <a:ext cx="4026624" cy="4420124"/>
          </a:xfrm>
          <a:prstGeom prst="rect">
            <a:avLst/>
          </a:prstGeom>
        </p:spPr>
      </p:pic>
    </p:spTree>
    <p:extLst>
      <p:ext uri="{BB962C8B-B14F-4D97-AF65-F5344CB8AC3E}">
        <p14:creationId xmlns:p14="http://schemas.microsoft.com/office/powerpoint/2010/main" val="302836370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2"/>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5" y="192799"/>
            <a:ext cx="7315196" cy="621375"/>
          </a:xfrm>
          <a:prstGeom prst="rect">
            <a:avLst/>
          </a:prstGeom>
          <a:ln w="12700">
            <a:miter lim="400000"/>
          </a:ln>
          <a:extLst>
            <a:ext uri="{C572A759-6A51-4108-AA02-DFA0A04FC94B}">
              <ma14:wrappingTextBoxFlag xmlns:ma14="http://schemas.microsoft.com/office/mac/drawingml/2011/main" xmlns="" val="1"/>
            </a:ext>
          </a:extLst>
        </p:spPr>
        <p:txBody>
          <a:bodyPr lIns="26789" tIns="26789" rIns="26789" bIns="26789" anchor="ctr"/>
          <a:lstStyle/>
          <a:p>
            <a:r>
              <a:rPr lang="ru-RU" sz="2400" dirty="0">
                <a:solidFill>
                  <a:srgbClr val="1C4982"/>
                </a:solidFill>
                <a:latin typeface="Segoe UI Semibold" panose="020B0702040204020203" pitchFamily="34" charset="0"/>
                <a:cs typeface="Segoe UI Semibold" panose="020B0702040204020203" pitchFamily="34" charset="0"/>
              </a:rPr>
              <a:t>Цель и задачи работы</a:t>
            </a:r>
            <a:endParaRPr lang="en-US" sz="2400" dirty="0">
              <a:solidFill>
                <a:srgbClr val="1C4982"/>
              </a:solidFill>
              <a:latin typeface="Segoe UI Semibold" panose="020B0702040204020203" pitchFamily="34" charset="0"/>
              <a:cs typeface="Segoe UI Semibold" panose="020B0702040204020203" pitchFamily="34" charset="0"/>
            </a:endParaRPr>
          </a:p>
        </p:txBody>
      </p:sp>
      <p:sp>
        <p:nvSpPr>
          <p:cNvPr id="125"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p:cNvSpPr txBox="1"/>
          <p:nvPr/>
        </p:nvSpPr>
        <p:spPr>
          <a:xfrm>
            <a:off x="460461" y="1042887"/>
            <a:ext cx="8223071" cy="5199358"/>
          </a:xfrm>
          <a:prstGeom prst="rect">
            <a:avLst/>
          </a:prstGeom>
          <a:ln w="12700">
            <a:miter lim="400000"/>
          </a:ln>
          <a:extLst>
            <a:ext uri="{C572A759-6A51-4108-AA02-DFA0A04FC94B}">
              <ma14:wrappingTextBoxFlag xmlns:ma14="http://schemas.microsoft.com/office/mac/drawingml/2011/main" xmlns="" val="1"/>
            </a:ext>
          </a:extLst>
        </p:spPr>
        <p:txBody>
          <a:bodyPr lIns="26789" tIns="26789" rIns="26789" bIns="26789"/>
          <a:lstStyle/>
          <a:p>
            <a:pPr marL="285750" indent="-285750">
              <a:buFont typeface="Arial" panose="020B0604020202020204" pitchFamily="34" charset="0"/>
              <a:buChar char="•"/>
            </a:pPr>
            <a:r>
              <a:rPr lang="ru-RU" b="1" dirty="0">
                <a:solidFill>
                  <a:srgbClr val="1C4982"/>
                </a:solidFill>
                <a:latin typeface="Segoe UI Semilight" panose="020B0402040204020203" pitchFamily="34" charset="0"/>
                <a:cs typeface="Segoe UI Semilight" panose="020B0402040204020203" pitchFamily="34" charset="0"/>
              </a:rPr>
              <a:t>Цель работы:</a:t>
            </a:r>
            <a:r>
              <a:rPr lang="ru-RU" dirty="0">
                <a:solidFill>
                  <a:srgbClr val="1C4982"/>
                </a:solidFill>
                <a:latin typeface="Segoe UI Semilight" panose="020B0402040204020203" pitchFamily="34" charset="0"/>
                <a:cs typeface="Segoe UI Semilight" panose="020B0402040204020203" pitchFamily="34" charset="0"/>
              </a:rPr>
              <a:t> </a:t>
            </a:r>
          </a:p>
          <a:p>
            <a:pPr lvl="1"/>
            <a:r>
              <a:rPr lang="ru-RU" dirty="0">
                <a:solidFill>
                  <a:srgbClr val="1C4982"/>
                </a:solidFill>
                <a:latin typeface="Segoe UI Semilight" panose="020B0402040204020203" pitchFamily="34" charset="0"/>
                <a:cs typeface="Segoe UI Semilight" panose="020B0402040204020203" pitchFamily="34" charset="0"/>
              </a:rPr>
              <a:t>	Написать клиент-серверное приложение, обеспечивающее возможность хранения заданий для тестирования и удобного управления этими заданиями.</a:t>
            </a:r>
          </a:p>
          <a:p>
            <a:pPr marL="285750" indent="-285750">
              <a:buFont typeface="Arial" panose="020B0604020202020204" pitchFamily="34" charset="0"/>
              <a:buChar char="•"/>
            </a:pPr>
            <a:endParaRPr lang="ru-RU" dirty="0">
              <a:solidFill>
                <a:srgbClr val="1C4982"/>
              </a:solidFill>
              <a:latin typeface="Segoe UI Semilight" panose="020B0402040204020203" pitchFamily="34" charset="0"/>
              <a:cs typeface="Segoe UI Semilight" panose="020B0402040204020203" pitchFamily="34" charset="0"/>
            </a:endParaRPr>
          </a:p>
          <a:p>
            <a:pPr marL="285750" indent="-285750">
              <a:buFont typeface="Arial" panose="020B0604020202020204" pitchFamily="34" charset="0"/>
              <a:buChar char="•"/>
            </a:pPr>
            <a:r>
              <a:rPr lang="ru-RU" b="1" dirty="0">
                <a:solidFill>
                  <a:srgbClr val="1C4982"/>
                </a:solidFill>
                <a:latin typeface="Segoe UI Semilight" panose="020B0402040204020203" pitchFamily="34" charset="0"/>
                <a:cs typeface="Segoe UI Semilight" panose="020B0402040204020203" pitchFamily="34" charset="0"/>
              </a:rPr>
              <a:t>Задачи работы:</a:t>
            </a:r>
          </a:p>
          <a:p>
            <a:pPr marL="800100" lvl="1" indent="-342900">
              <a:lnSpc>
                <a:spcPct val="107000"/>
              </a:lnSpc>
              <a:buFont typeface="+mj-lt"/>
              <a:buAutoNum type="arabicPeriod"/>
            </a:pPr>
            <a:r>
              <a:rPr lang="ru-RU"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Разработка архитектуры клиент-серверного приложения;</a:t>
            </a:r>
          </a:p>
          <a:p>
            <a:pPr marL="800100" lvl="1" indent="-342900">
              <a:lnSpc>
                <a:spcPct val="107000"/>
              </a:lnSpc>
              <a:buFont typeface="+mj-lt"/>
              <a:buAutoNum type="arabicPeriod"/>
            </a:pPr>
            <a:r>
              <a:rPr lang="ru-RU"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Разработка структуры базы данных;</a:t>
            </a:r>
          </a:p>
          <a:p>
            <a:pPr marL="800100" lvl="1" indent="-342900">
              <a:lnSpc>
                <a:spcPct val="107000"/>
              </a:lnSpc>
              <a:buFont typeface="+mj-lt"/>
              <a:buAutoNum type="arabicPeriod"/>
            </a:pPr>
            <a:r>
              <a:rPr lang="ru-RU"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Разработка архитектуры </a:t>
            </a:r>
            <a:r>
              <a:rPr lang="en-US"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API</a:t>
            </a:r>
            <a:r>
              <a:rPr lang="ru-RU"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a:t>
            </a:r>
            <a:endParaRPr lang="en-US"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endParaRPr>
          </a:p>
          <a:p>
            <a:pPr marL="800100" lvl="1" indent="-342900">
              <a:lnSpc>
                <a:spcPct val="107000"/>
              </a:lnSpc>
              <a:buFont typeface="+mj-lt"/>
              <a:buAutoNum type="arabicPeriod"/>
            </a:pPr>
            <a:r>
              <a:rPr lang="ru-RU"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Разработка </a:t>
            </a:r>
            <a:r>
              <a:rPr lang="en-US"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API</a:t>
            </a:r>
            <a:r>
              <a:rPr lang="ru-RU"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a:t>
            </a:r>
            <a:endParaRPr lang="en-US"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endParaRPr>
          </a:p>
          <a:p>
            <a:pPr marL="800100" lvl="1" indent="-342900">
              <a:lnSpc>
                <a:spcPct val="107000"/>
              </a:lnSpc>
              <a:buFont typeface="+mj-lt"/>
              <a:buAutoNum type="arabicPeriod"/>
            </a:pPr>
            <a:r>
              <a:rPr lang="ru-RU"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Документирование </a:t>
            </a:r>
            <a:r>
              <a:rPr lang="en-US"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API;</a:t>
            </a:r>
            <a:endParaRPr lang="ru-RU"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endParaRPr>
          </a:p>
          <a:p>
            <a:pPr marL="800100" lvl="1" indent="-342900">
              <a:lnSpc>
                <a:spcPct val="107000"/>
              </a:lnSpc>
              <a:buFont typeface="+mj-lt"/>
              <a:buAutoNum type="arabicPeriod"/>
            </a:pPr>
            <a:r>
              <a:rPr lang="ru-RU"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Разработка веб-интерфейса для работы с </a:t>
            </a:r>
            <a:r>
              <a:rPr lang="en-US"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API</a:t>
            </a:r>
            <a:r>
              <a:rPr lang="ru-RU"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a:t>
            </a:r>
          </a:p>
          <a:p>
            <a:pPr marL="800100" lvl="1" indent="-342900">
              <a:lnSpc>
                <a:spcPct val="107000"/>
              </a:lnSpc>
              <a:buFont typeface="+mj-lt"/>
              <a:buAutoNum type="arabicPeriod"/>
            </a:pPr>
            <a:r>
              <a:rPr lang="ru-RU"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Реализация импорта заданий из .</a:t>
            </a:r>
            <a:r>
              <a:rPr lang="ru-RU" dirty="0" err="1">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xlsx</a:t>
            </a:r>
            <a:r>
              <a:rPr lang="ru-RU"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 файла:</a:t>
            </a:r>
          </a:p>
          <a:p>
            <a:pPr marL="800100" lvl="1" indent="-342900">
              <a:lnSpc>
                <a:spcPct val="107000"/>
              </a:lnSpc>
              <a:buFont typeface="+mj-lt"/>
              <a:buAutoNum type="arabicPeriod"/>
            </a:pPr>
            <a:r>
              <a:rPr lang="ru-RU"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Реализация экспорта набора вопросов в формате </a:t>
            </a:r>
            <a:r>
              <a:rPr lang="ru-RU" dirty="0" err="1">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application</a:t>
            </a:r>
            <a:r>
              <a:rPr lang="ru-RU"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a:t>
            </a:r>
            <a:r>
              <a:rPr lang="ru-RU" dirty="0" err="1">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json</a:t>
            </a:r>
            <a:r>
              <a:rPr lang="ru-RU"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a:t>
            </a:r>
          </a:p>
          <a:p>
            <a:pPr marL="800100" lvl="1" indent="-342900">
              <a:lnSpc>
                <a:spcPct val="107000"/>
              </a:lnSpc>
              <a:buFont typeface="+mj-lt"/>
              <a:buAutoNum type="arabicPeriod"/>
            </a:pPr>
            <a:r>
              <a:rPr lang="ru-RU"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Реализация разграничения прав доступа на основе ролей.</a:t>
            </a:r>
          </a:p>
        </p:txBody>
      </p:sp>
      <p:pic>
        <p:nvPicPr>
          <p:cNvPr id="128" name="Изображение" descr="Изображение"/>
          <p:cNvPicPr>
            <a:picLocks noChangeAspect="1"/>
          </p:cNvPicPr>
          <p:nvPr/>
        </p:nvPicPr>
        <p:blipFill>
          <a:blip r:embed="rId3"/>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5</a:t>
            </a:fld>
            <a:endParaRPr lang="ru-RU" sz="1600" dirty="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dirty="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dirty="0">
                <a:solidFill>
                  <a:schemeClr val="bg1"/>
                </a:solidFill>
                <a:latin typeface="Segoe UI Semilight" panose="020B0402040204020203" pitchFamily="34" charset="0"/>
                <a:cs typeface="Segoe UI Semilight" panose="020B0402040204020203" pitchFamily="34" charset="0"/>
              </a:rPr>
              <a:t>20</a:t>
            </a:r>
            <a:endParaRPr kumimoji="1" lang="ru-RU" sz="1200" dirty="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dirty="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spTree>
    <p:extLst>
      <p:ext uri="{BB962C8B-B14F-4D97-AF65-F5344CB8AC3E}">
        <p14:creationId xmlns:p14="http://schemas.microsoft.com/office/powerpoint/2010/main" val="252903459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Рисунок 25">
            <a:extLst>
              <a:ext uri="{FF2B5EF4-FFF2-40B4-BE49-F238E27FC236}">
                <a16:creationId xmlns:a16="http://schemas.microsoft.com/office/drawing/2014/main" id="{EC79C14F-0742-4036-9E5E-1AB0C035A4E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0464"/>
          <a:stretch/>
        </p:blipFill>
        <p:spPr>
          <a:xfrm>
            <a:off x="5383618" y="3039245"/>
            <a:ext cx="1631111" cy="1460428"/>
          </a:xfrm>
          <a:prstGeom prst="rect">
            <a:avLst/>
          </a:prstGeom>
        </p:spPr>
      </p:pic>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3"/>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5" y="176195"/>
            <a:ext cx="7315196" cy="621375"/>
          </a:xfrm>
          <a:prstGeom prst="rect">
            <a:avLst/>
          </a:prstGeom>
          <a:ln w="12700">
            <a:miter lim="400000"/>
          </a:ln>
          <a:extLst>
            <a:ext uri="{C572A759-6A51-4108-AA02-DFA0A04FC94B}">
              <ma14:wrappingTextBoxFlag xmlns:ma14="http://schemas.microsoft.com/office/mac/drawingml/2011/main" xmlns="" val="1"/>
            </a:ext>
          </a:extLst>
        </p:spPr>
        <p:txBody>
          <a:bodyPr lIns="26789" tIns="26789" rIns="26789" bIns="26789" anchor="ctr"/>
          <a:lstStyle/>
          <a:p>
            <a:r>
              <a:rPr lang="ru-RU" sz="2400" dirty="0">
                <a:solidFill>
                  <a:srgbClr val="1C4982"/>
                </a:solidFill>
                <a:latin typeface="Segoe UI Semibold" panose="020B0702040204020203" pitchFamily="34" charset="0"/>
                <a:cs typeface="Segoe UI Semibold" panose="020B0702040204020203" pitchFamily="34" charset="0"/>
              </a:rPr>
              <a:t>Технологии и инструменты реализации</a:t>
            </a:r>
            <a:endParaRPr lang="en-US" sz="2400" dirty="0">
              <a:solidFill>
                <a:srgbClr val="1C4982"/>
              </a:solidFill>
              <a:latin typeface="Segoe UI Semibold" panose="020B0702040204020203" pitchFamily="34" charset="0"/>
              <a:cs typeface="Segoe UI Semibold" panose="020B0702040204020203" pitchFamily="34" charset="0"/>
            </a:endParaRPr>
          </a:p>
        </p:txBody>
      </p:sp>
      <p:sp>
        <p:nvSpPr>
          <p:cNvPr id="125"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p:cNvSpPr txBox="1"/>
          <p:nvPr/>
        </p:nvSpPr>
        <p:spPr>
          <a:xfrm>
            <a:off x="460461" y="1042887"/>
            <a:ext cx="8223071" cy="5199358"/>
          </a:xfrm>
          <a:prstGeom prst="rect">
            <a:avLst/>
          </a:prstGeom>
          <a:ln w="12700">
            <a:miter lim="400000"/>
          </a:ln>
          <a:extLst>
            <a:ext uri="{C572A759-6A51-4108-AA02-DFA0A04FC94B}">
              <ma14:wrappingTextBoxFlag xmlns:ma14="http://schemas.microsoft.com/office/mac/drawingml/2011/main" xmlns="" val="1"/>
            </a:ext>
          </a:extLst>
        </p:spPr>
        <p:txBody>
          <a:bodyPr lIns="26789" tIns="26789" rIns="26789" bIns="26789"/>
          <a:lstStyle/>
          <a:p>
            <a:pPr marL="285750" indent="-285750">
              <a:buFont typeface="Arial" panose="020B0604020202020204" pitchFamily="34" charset="0"/>
              <a:buChar char="•"/>
            </a:pPr>
            <a:endParaRPr lang="ru-RU" dirty="0">
              <a:solidFill>
                <a:schemeClr val="accent1">
                  <a:lumMod val="75000"/>
                </a:schemeClr>
              </a:solidFill>
            </a:endParaRPr>
          </a:p>
        </p:txBody>
      </p:sp>
      <p:pic>
        <p:nvPicPr>
          <p:cNvPr id="128" name="Изображение" descr="Изображение"/>
          <p:cNvPicPr>
            <a:picLocks noChangeAspect="1"/>
          </p:cNvPicPr>
          <p:nvPr/>
        </p:nvPicPr>
        <p:blipFill>
          <a:blip r:embed="rId4"/>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6</a:t>
            </a:fld>
            <a:endParaRPr lang="ru-RU" sz="1600" dirty="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dirty="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dirty="0">
                <a:solidFill>
                  <a:schemeClr val="bg1"/>
                </a:solidFill>
                <a:latin typeface="Segoe UI Semilight" panose="020B0402040204020203" pitchFamily="34" charset="0"/>
                <a:cs typeface="Segoe UI Semilight" panose="020B0402040204020203" pitchFamily="34" charset="0"/>
              </a:rPr>
              <a:t>20</a:t>
            </a:r>
            <a:endParaRPr kumimoji="1" lang="ru-RU" sz="1200" dirty="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dirty="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sp>
        <p:nvSpPr>
          <p:cNvPr id="13" name="TextBox 12">
            <a:extLst>
              <a:ext uri="{FF2B5EF4-FFF2-40B4-BE49-F238E27FC236}">
                <a16:creationId xmlns:a16="http://schemas.microsoft.com/office/drawing/2014/main" id="{1C47A5CF-11D5-4E7C-8821-51CAF7DA507F}"/>
              </a:ext>
            </a:extLst>
          </p:cNvPr>
          <p:cNvSpPr txBox="1"/>
          <p:nvPr/>
        </p:nvSpPr>
        <p:spPr>
          <a:xfrm>
            <a:off x="460460" y="1037141"/>
            <a:ext cx="4578530" cy="50783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dirty="0">
                <a:solidFill>
                  <a:srgbClr val="1C4982"/>
                </a:solidFill>
              </a:rPr>
              <a:t>Серверная часть:</a:t>
            </a:r>
          </a:p>
          <a:p>
            <a:pPr marL="285750" indent="-285750">
              <a:buFont typeface="Arial" panose="020B0604020202020204" pitchFamily="34" charset="0"/>
              <a:buChar char="•"/>
            </a:pPr>
            <a:r>
              <a:rPr lang="en-US" dirty="0">
                <a:solidFill>
                  <a:srgbClr val="1C4982"/>
                </a:solidFill>
              </a:rPr>
              <a:t>ASP.NET Core 3.1</a:t>
            </a:r>
          </a:p>
          <a:p>
            <a:pPr marL="285750" indent="-285750">
              <a:buFont typeface="Arial" panose="020B0604020202020204" pitchFamily="34" charset="0"/>
              <a:buChar char="•"/>
            </a:pPr>
            <a:r>
              <a:rPr lang="en-US" dirty="0">
                <a:solidFill>
                  <a:srgbClr val="1C4982"/>
                </a:solidFill>
              </a:rPr>
              <a:t>.NET Core 3.1</a:t>
            </a:r>
          </a:p>
          <a:p>
            <a:pPr marL="285750" indent="-285750">
              <a:buFont typeface="Arial" panose="020B0604020202020204" pitchFamily="34" charset="0"/>
              <a:buChar char="•"/>
            </a:pPr>
            <a:r>
              <a:rPr lang="en-US" dirty="0">
                <a:solidFill>
                  <a:srgbClr val="1C4982"/>
                </a:solidFill>
              </a:rPr>
              <a:t>SQL Server 2019</a:t>
            </a:r>
          </a:p>
          <a:p>
            <a:endParaRPr lang="ru-RU" dirty="0">
              <a:solidFill>
                <a:srgbClr val="1C4982"/>
              </a:solidFill>
            </a:endParaRPr>
          </a:p>
          <a:p>
            <a:r>
              <a:rPr lang="ru-RU" dirty="0">
                <a:solidFill>
                  <a:srgbClr val="1C4982"/>
                </a:solidFill>
              </a:rPr>
              <a:t>Клиентская часть:</a:t>
            </a:r>
          </a:p>
          <a:p>
            <a:pPr marL="285750" indent="-285750">
              <a:buFont typeface="Arial" panose="020B0604020202020204" pitchFamily="34" charset="0"/>
              <a:buChar char="•"/>
            </a:pPr>
            <a:r>
              <a:rPr lang="en-US" dirty="0" err="1">
                <a:solidFill>
                  <a:srgbClr val="1C4982"/>
                </a:solidFill>
              </a:rPr>
              <a:t>Blazor</a:t>
            </a:r>
            <a:r>
              <a:rPr lang="en-US" dirty="0">
                <a:solidFill>
                  <a:srgbClr val="1C4982"/>
                </a:solidFill>
              </a:rPr>
              <a:t> </a:t>
            </a:r>
            <a:r>
              <a:rPr lang="en-US" dirty="0" err="1">
                <a:solidFill>
                  <a:srgbClr val="1C4982"/>
                </a:solidFill>
              </a:rPr>
              <a:t>WebAssembly</a:t>
            </a:r>
            <a:endParaRPr lang="en-US" dirty="0">
              <a:solidFill>
                <a:srgbClr val="1C4982"/>
              </a:solidFill>
            </a:endParaRPr>
          </a:p>
          <a:p>
            <a:endParaRPr lang="en-US" dirty="0">
              <a:solidFill>
                <a:srgbClr val="1C4982"/>
              </a:solidFill>
            </a:endParaRPr>
          </a:p>
          <a:p>
            <a:r>
              <a:rPr lang="ru-RU" dirty="0">
                <a:solidFill>
                  <a:srgbClr val="1C4982"/>
                </a:solidFill>
              </a:rPr>
              <a:t>Среды разработки: </a:t>
            </a:r>
          </a:p>
          <a:p>
            <a:pPr marL="285750" indent="-285750">
              <a:buFont typeface="Arial" panose="020B0604020202020204" pitchFamily="34" charset="0"/>
              <a:buChar char="•"/>
            </a:pPr>
            <a:r>
              <a:rPr lang="en-US" dirty="0">
                <a:solidFill>
                  <a:srgbClr val="1C4982"/>
                </a:solidFill>
              </a:rPr>
              <a:t>Visual Studio </a:t>
            </a:r>
            <a:r>
              <a:rPr lang="ru-RU" dirty="0">
                <a:solidFill>
                  <a:srgbClr val="1C4982"/>
                </a:solidFill>
              </a:rPr>
              <a:t>2019</a:t>
            </a:r>
            <a:r>
              <a:rPr lang="en-US" dirty="0">
                <a:solidFill>
                  <a:srgbClr val="1C4982"/>
                </a:solidFill>
              </a:rPr>
              <a:t> Pro</a:t>
            </a:r>
            <a:endParaRPr lang="ru-RU" dirty="0">
              <a:solidFill>
                <a:srgbClr val="1C4982"/>
              </a:solidFill>
            </a:endParaRPr>
          </a:p>
          <a:p>
            <a:pPr marL="285750" indent="-285750">
              <a:buFont typeface="Arial" panose="020B0604020202020204" pitchFamily="34" charset="0"/>
              <a:buChar char="•"/>
            </a:pPr>
            <a:r>
              <a:rPr lang="en-US" dirty="0">
                <a:solidFill>
                  <a:srgbClr val="1C4982"/>
                </a:solidFill>
              </a:rPr>
              <a:t>Microsoft SQL Server Management Studio 18</a:t>
            </a:r>
            <a:endParaRPr lang="ru-RU" dirty="0">
              <a:solidFill>
                <a:srgbClr val="1C4982"/>
              </a:solidFill>
            </a:endParaRPr>
          </a:p>
          <a:p>
            <a:pPr marL="285750" indent="-285750">
              <a:buFont typeface="Arial" panose="020B0604020202020204" pitchFamily="34" charset="0"/>
              <a:buChar char="•"/>
            </a:pPr>
            <a:endParaRPr lang="ru-RU" dirty="0">
              <a:solidFill>
                <a:srgbClr val="1C4982"/>
              </a:solidFill>
            </a:endParaRPr>
          </a:p>
          <a:p>
            <a:r>
              <a:rPr lang="ru-RU" dirty="0">
                <a:solidFill>
                  <a:srgbClr val="1C4982"/>
                </a:solidFill>
              </a:rPr>
              <a:t>Языки разработки:</a:t>
            </a:r>
          </a:p>
          <a:p>
            <a:pPr marL="285750" indent="-285750">
              <a:buFont typeface="Arial" panose="020B0604020202020204" pitchFamily="34" charset="0"/>
              <a:buChar char="•"/>
            </a:pPr>
            <a:r>
              <a:rPr lang="ru-RU" dirty="0">
                <a:solidFill>
                  <a:srgbClr val="1C4982"/>
                </a:solidFill>
              </a:rPr>
              <a:t>С</a:t>
            </a:r>
            <a:r>
              <a:rPr lang="en-US" dirty="0">
                <a:solidFill>
                  <a:srgbClr val="1C4982"/>
                </a:solidFill>
              </a:rPr>
              <a:t>#</a:t>
            </a:r>
          </a:p>
          <a:p>
            <a:pPr marL="285750" indent="-285750">
              <a:buFont typeface="Arial" panose="020B0604020202020204" pitchFamily="34" charset="0"/>
              <a:buChar char="•"/>
            </a:pPr>
            <a:r>
              <a:rPr lang="en-US" dirty="0">
                <a:solidFill>
                  <a:srgbClr val="1C4982"/>
                </a:solidFill>
              </a:rPr>
              <a:t>T-SQL</a:t>
            </a:r>
          </a:p>
          <a:p>
            <a:pPr marL="285750" indent="-285750">
              <a:buFont typeface="Arial" panose="020B0604020202020204" pitchFamily="34" charset="0"/>
              <a:buChar char="•"/>
            </a:pPr>
            <a:r>
              <a:rPr lang="en-US" dirty="0">
                <a:solidFill>
                  <a:srgbClr val="1C4982"/>
                </a:solidFill>
              </a:rPr>
              <a:t>HTML</a:t>
            </a:r>
          </a:p>
          <a:p>
            <a:pPr marL="285750" indent="-285750">
              <a:buFont typeface="Arial" panose="020B0604020202020204" pitchFamily="34" charset="0"/>
              <a:buChar char="•"/>
            </a:pPr>
            <a:r>
              <a:rPr lang="en-US" dirty="0">
                <a:solidFill>
                  <a:srgbClr val="1C4982"/>
                </a:solidFill>
              </a:rPr>
              <a:t>CSS</a:t>
            </a:r>
          </a:p>
          <a:p>
            <a:pPr marL="285750" indent="-285750">
              <a:buFont typeface="Arial" panose="020B0604020202020204" pitchFamily="34" charset="0"/>
              <a:buChar char="•"/>
            </a:pPr>
            <a:r>
              <a:rPr lang="en-US" dirty="0">
                <a:solidFill>
                  <a:srgbClr val="1C4982"/>
                </a:solidFill>
              </a:rPr>
              <a:t>JavaScript</a:t>
            </a:r>
            <a:endParaRPr lang="ru-RU" dirty="0">
              <a:solidFill>
                <a:srgbClr val="1C4982"/>
              </a:solidFill>
            </a:endParaRPr>
          </a:p>
        </p:txBody>
      </p:sp>
      <p:pic>
        <p:nvPicPr>
          <p:cNvPr id="7" name="Рисунок 6">
            <a:extLst>
              <a:ext uri="{FF2B5EF4-FFF2-40B4-BE49-F238E27FC236}">
                <a16:creationId xmlns:a16="http://schemas.microsoft.com/office/drawing/2014/main" id="{DF2CEB49-688A-4171-86BB-9DC8700E6589}"/>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8572" t="20381" r="18572" b="22667"/>
          <a:stretch/>
        </p:blipFill>
        <p:spPr>
          <a:xfrm>
            <a:off x="2820909" y="1394844"/>
            <a:ext cx="1548351" cy="1402900"/>
          </a:xfrm>
          <a:prstGeom prst="rect">
            <a:avLst/>
          </a:prstGeom>
        </p:spPr>
      </p:pic>
      <p:pic>
        <p:nvPicPr>
          <p:cNvPr id="19" name="Рисунок 18">
            <a:extLst>
              <a:ext uri="{FF2B5EF4-FFF2-40B4-BE49-F238E27FC236}">
                <a16:creationId xmlns:a16="http://schemas.microsoft.com/office/drawing/2014/main" id="{34144637-2A6C-4E48-9699-CBA5458F5CB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43375" y="226755"/>
            <a:ext cx="2813231" cy="2813231"/>
          </a:xfrm>
          <a:prstGeom prst="rect">
            <a:avLst/>
          </a:prstGeom>
        </p:spPr>
      </p:pic>
      <p:pic>
        <p:nvPicPr>
          <p:cNvPr id="21" name="Рисунок 20">
            <a:extLst>
              <a:ext uri="{FF2B5EF4-FFF2-40B4-BE49-F238E27FC236}">
                <a16:creationId xmlns:a16="http://schemas.microsoft.com/office/drawing/2014/main" id="{568FF7B7-3E9B-4F30-8E0E-9206067E2E6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462764" y="1327251"/>
            <a:ext cx="1991631" cy="1991631"/>
          </a:xfrm>
          <a:prstGeom prst="rect">
            <a:avLst/>
          </a:prstGeom>
        </p:spPr>
      </p:pic>
      <p:pic>
        <p:nvPicPr>
          <p:cNvPr id="22" name="Picture 9" descr="A picture containing clock&#10;&#10;Description automatically generated">
            <a:extLst>
              <a:ext uri="{FF2B5EF4-FFF2-40B4-BE49-F238E27FC236}">
                <a16:creationId xmlns:a16="http://schemas.microsoft.com/office/drawing/2014/main" id="{97BE0FB3-DE3A-4546-BFEB-DFB94666C0E4}"/>
              </a:ext>
            </a:extLst>
          </p:cNvPr>
          <p:cNvPicPr>
            <a:picLocks noChangeAspect="1"/>
          </p:cNvPicPr>
          <p:nvPr/>
        </p:nvPicPr>
        <p:blipFill>
          <a:blip r:embed="rId8"/>
          <a:stretch>
            <a:fillRect/>
          </a:stretch>
        </p:blipFill>
        <p:spPr>
          <a:xfrm>
            <a:off x="4098332" y="2591953"/>
            <a:ext cx="1142553" cy="1142553"/>
          </a:xfrm>
          <a:prstGeom prst="rect">
            <a:avLst/>
          </a:prstGeom>
        </p:spPr>
      </p:pic>
      <p:pic>
        <p:nvPicPr>
          <p:cNvPr id="28" name="Picture 18" descr="A close up of a logo&#10;&#10;Description automatically generated">
            <a:extLst>
              <a:ext uri="{FF2B5EF4-FFF2-40B4-BE49-F238E27FC236}">
                <a16:creationId xmlns:a16="http://schemas.microsoft.com/office/drawing/2014/main" id="{E48E5B89-7E97-45C5-BE5E-C8C2B35DD28B}"/>
              </a:ext>
            </a:extLst>
          </p:cNvPr>
          <p:cNvPicPr>
            <a:picLocks noChangeAspect="1"/>
          </p:cNvPicPr>
          <p:nvPr/>
        </p:nvPicPr>
        <p:blipFill>
          <a:blip r:embed="rId9"/>
          <a:stretch>
            <a:fillRect/>
          </a:stretch>
        </p:blipFill>
        <p:spPr>
          <a:xfrm rot="20621129">
            <a:off x="2493234" y="4385269"/>
            <a:ext cx="1363151" cy="1279919"/>
          </a:xfrm>
          <a:prstGeom prst="rect">
            <a:avLst/>
          </a:prstGeom>
        </p:spPr>
      </p:pic>
      <p:pic>
        <p:nvPicPr>
          <p:cNvPr id="30" name="Picture 20" descr="A close up of a sign&#10;&#10;Description automatically generated">
            <a:extLst>
              <a:ext uri="{FF2B5EF4-FFF2-40B4-BE49-F238E27FC236}">
                <a16:creationId xmlns:a16="http://schemas.microsoft.com/office/drawing/2014/main" id="{FC2825E7-3AAF-431F-8FED-FA569B2627A6}"/>
              </a:ext>
            </a:extLst>
          </p:cNvPr>
          <p:cNvPicPr>
            <a:picLocks noChangeAspect="1"/>
          </p:cNvPicPr>
          <p:nvPr/>
        </p:nvPicPr>
        <p:blipFill>
          <a:blip r:embed="rId10"/>
          <a:stretch>
            <a:fillRect/>
          </a:stretch>
        </p:blipFill>
        <p:spPr>
          <a:xfrm>
            <a:off x="4181027" y="4443902"/>
            <a:ext cx="1905000" cy="1905000"/>
          </a:xfrm>
          <a:prstGeom prst="rect">
            <a:avLst/>
          </a:prstGeom>
        </p:spPr>
      </p:pic>
      <p:pic>
        <p:nvPicPr>
          <p:cNvPr id="36" name="Рисунок 35">
            <a:extLst>
              <a:ext uri="{FF2B5EF4-FFF2-40B4-BE49-F238E27FC236}">
                <a16:creationId xmlns:a16="http://schemas.microsoft.com/office/drawing/2014/main" id="{9CF22048-1220-40F8-A255-7E1F955DCB58}"/>
              </a:ext>
            </a:extLst>
          </p:cNvPr>
          <p:cNvPicPr>
            <a:picLocks noChangeAspect="1"/>
          </p:cNvPicPr>
          <p:nvPr/>
        </p:nvPicPr>
        <p:blipFill>
          <a:blip r:embed="rId11" cstate="print">
            <a:extLst>
              <a:ext uri="{BEBA8EAE-BF5A-486C-A8C5-ECC9F3942E4B}">
                <a14:imgProps xmlns:a14="http://schemas.microsoft.com/office/drawing/2010/main">
                  <a14:imgLayer r:embed="rId12">
                    <a14:imgEffect>
                      <a14:backgroundRemoval t="10000" b="90000" l="10000" r="90000">
                        <a14:backgroundMark x1="29889" y1="25769" x2="23667" y2="25000"/>
                        <a14:backgroundMark x1="23667" y1="25000" x2="21778" y2="25513"/>
                        <a14:backgroundMark x1="22556" y1="45128" x2="27333" y2="50897"/>
                        <a14:backgroundMark x1="27333" y1="50897" x2="31000" y2="52179"/>
                        <a14:backgroundMark x1="60778" y1="43590" x2="60778" y2="43590"/>
                        <a14:backgroundMark x1="60778" y1="43590" x2="60778" y2="43590"/>
                      </a14:backgroundRemoval>
                    </a14:imgEffect>
                  </a14:imgLayer>
                </a14:imgProps>
              </a:ext>
              <a:ext uri="{28A0092B-C50C-407E-A947-70E740481C1C}">
                <a14:useLocalDpi xmlns:a14="http://schemas.microsoft.com/office/drawing/2010/main" val="0"/>
              </a:ext>
            </a:extLst>
          </a:blip>
          <a:stretch>
            <a:fillRect/>
          </a:stretch>
        </p:blipFill>
        <p:spPr>
          <a:xfrm>
            <a:off x="6199174" y="4381341"/>
            <a:ext cx="2295895" cy="1989776"/>
          </a:xfrm>
          <a:prstGeom prst="rect">
            <a:avLst/>
          </a:prstGeom>
        </p:spPr>
      </p:pic>
    </p:spTree>
    <p:extLst>
      <p:ext uri="{BB962C8B-B14F-4D97-AF65-F5344CB8AC3E}">
        <p14:creationId xmlns:p14="http://schemas.microsoft.com/office/powerpoint/2010/main" val="62003824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2"/>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5" y="186755"/>
            <a:ext cx="7315196" cy="621375"/>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lstStyle/>
          <a:p>
            <a:r>
              <a:rPr lang="ru-RU" sz="2400" dirty="0">
                <a:solidFill>
                  <a:srgbClr val="1C4982"/>
                </a:solidFill>
                <a:latin typeface="Segoe UI Semibold" panose="020B0702040204020203" pitchFamily="34" charset="0"/>
                <a:cs typeface="Segoe UI Semibold" panose="020B0702040204020203" pitchFamily="34" charset="0"/>
              </a:rPr>
              <a:t>Технологии и инструменты реализации</a:t>
            </a:r>
            <a:endParaRPr lang="en-US" sz="2400" dirty="0">
              <a:solidFill>
                <a:srgbClr val="1C4982"/>
              </a:solidFill>
              <a:latin typeface="Segoe UI Semibold" panose="020B0702040204020203" pitchFamily="34" charset="0"/>
              <a:cs typeface="Segoe UI Semibold" panose="020B0702040204020203" pitchFamily="34" charset="0"/>
            </a:endParaRPr>
          </a:p>
        </p:txBody>
      </p:sp>
      <p:sp>
        <p:nvSpPr>
          <p:cNvPr id="125"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p:cNvSpPr txBox="1"/>
          <p:nvPr/>
        </p:nvSpPr>
        <p:spPr>
          <a:xfrm>
            <a:off x="460461" y="1042887"/>
            <a:ext cx="8223071" cy="5199358"/>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lstStyle/>
          <a:p>
            <a:pPr marL="285750" indent="-285750">
              <a:buFont typeface="Arial" panose="020B0604020202020204" pitchFamily="34" charset="0"/>
              <a:buChar char="•"/>
            </a:pPr>
            <a:endParaRPr lang="ru-RU" dirty="0">
              <a:solidFill>
                <a:schemeClr val="accent1">
                  <a:lumMod val="75000"/>
                </a:schemeClr>
              </a:solidFill>
            </a:endParaRPr>
          </a:p>
        </p:txBody>
      </p:sp>
      <p:pic>
        <p:nvPicPr>
          <p:cNvPr id="128" name="Изображение" descr="Изображение"/>
          <p:cNvPicPr>
            <a:picLocks noChangeAspect="1"/>
          </p:cNvPicPr>
          <p:nvPr/>
        </p:nvPicPr>
        <p:blipFill>
          <a:blip r:embed="rId3"/>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7</a:t>
            </a:fld>
            <a:endParaRPr lang="ru-RU" sz="1600" dirty="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dirty="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dirty="0">
                <a:solidFill>
                  <a:schemeClr val="bg1"/>
                </a:solidFill>
                <a:latin typeface="Segoe UI Semilight" panose="020B0402040204020203" pitchFamily="34" charset="0"/>
                <a:cs typeface="Segoe UI Semilight" panose="020B0402040204020203" pitchFamily="34" charset="0"/>
              </a:rPr>
              <a:t>20</a:t>
            </a:r>
            <a:endParaRPr kumimoji="1" lang="ru-RU" sz="1200" dirty="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dirty="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sp>
        <p:nvSpPr>
          <p:cNvPr id="13" name="TextBox 12">
            <a:extLst>
              <a:ext uri="{FF2B5EF4-FFF2-40B4-BE49-F238E27FC236}">
                <a16:creationId xmlns:a16="http://schemas.microsoft.com/office/drawing/2014/main" id="{FCCE27B4-2F4E-44D9-B2FA-9CE498FC07F4}"/>
              </a:ext>
            </a:extLst>
          </p:cNvPr>
          <p:cNvSpPr txBox="1"/>
          <p:nvPr/>
        </p:nvSpPr>
        <p:spPr>
          <a:xfrm>
            <a:off x="460460" y="1037170"/>
            <a:ext cx="4578530" cy="3416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solidFill>
                  <a:srgbClr val="1C4982"/>
                </a:solidFill>
              </a:rPr>
              <a:t>3-rd party </a:t>
            </a:r>
            <a:r>
              <a:rPr lang="ru-RU" dirty="0">
                <a:solidFill>
                  <a:srgbClr val="1C4982"/>
                </a:solidFill>
              </a:rPr>
              <a:t>библиотеки, используемые в проект</a:t>
            </a:r>
            <a:r>
              <a:rPr lang="en-US" dirty="0">
                <a:solidFill>
                  <a:srgbClr val="1C4982"/>
                </a:solidFill>
              </a:rPr>
              <a:t>:</a:t>
            </a:r>
            <a:endParaRPr lang="ru-RU" dirty="0">
              <a:solidFill>
                <a:srgbClr val="1C4982"/>
              </a:solidFill>
            </a:endParaRPr>
          </a:p>
          <a:p>
            <a:pPr marL="285750" indent="-285750">
              <a:buFont typeface="Arial" panose="020B0604020202020204" pitchFamily="34" charset="0"/>
              <a:buChar char="•"/>
            </a:pPr>
            <a:r>
              <a:rPr lang="ru-RU" dirty="0">
                <a:solidFill>
                  <a:srgbClr val="1C4982"/>
                </a:solidFill>
              </a:rPr>
              <a:t>Серверная часть</a:t>
            </a:r>
            <a:r>
              <a:rPr lang="en-US" dirty="0">
                <a:solidFill>
                  <a:srgbClr val="1C4982"/>
                </a:solidFill>
              </a:rPr>
              <a:t>:</a:t>
            </a:r>
          </a:p>
          <a:p>
            <a:pPr marL="742950" lvl="1" indent="-285750">
              <a:buFont typeface="Courier New" panose="02070309020205020404" pitchFamily="49" charset="0"/>
              <a:buChar char="o"/>
            </a:pPr>
            <a:r>
              <a:rPr lang="en-US" dirty="0" err="1">
                <a:solidFill>
                  <a:srgbClr val="1C4982"/>
                </a:solidFill>
              </a:rPr>
              <a:t>Autofac</a:t>
            </a:r>
            <a:endParaRPr lang="en-US" dirty="0">
              <a:solidFill>
                <a:srgbClr val="1C4982"/>
              </a:solidFill>
            </a:endParaRPr>
          </a:p>
          <a:p>
            <a:pPr marL="742950" lvl="1" indent="-285750">
              <a:buFont typeface="Courier New" panose="02070309020205020404" pitchFamily="49" charset="0"/>
              <a:buChar char="o"/>
            </a:pPr>
            <a:r>
              <a:rPr lang="en-US" dirty="0" err="1">
                <a:solidFill>
                  <a:srgbClr val="1C4982"/>
                </a:solidFill>
              </a:rPr>
              <a:t>FluentValidation</a:t>
            </a:r>
            <a:endParaRPr lang="en-US" dirty="0">
              <a:solidFill>
                <a:srgbClr val="1C4982"/>
              </a:solidFill>
            </a:endParaRPr>
          </a:p>
          <a:p>
            <a:pPr marL="742950" lvl="1" indent="-285750">
              <a:buFont typeface="Courier New" panose="02070309020205020404" pitchFamily="49" charset="0"/>
              <a:buChar char="o"/>
            </a:pPr>
            <a:r>
              <a:rPr lang="en-US" dirty="0" err="1">
                <a:solidFill>
                  <a:srgbClr val="1C4982"/>
                </a:solidFill>
              </a:rPr>
              <a:t>AutoMapper</a:t>
            </a:r>
            <a:endParaRPr lang="en-US" dirty="0">
              <a:solidFill>
                <a:srgbClr val="1C4982"/>
              </a:solidFill>
            </a:endParaRPr>
          </a:p>
          <a:p>
            <a:pPr marL="742950" lvl="1" indent="-285750">
              <a:buFont typeface="Courier New" panose="02070309020205020404" pitchFamily="49" charset="0"/>
              <a:buChar char="o"/>
            </a:pPr>
            <a:r>
              <a:rPr lang="en-US" dirty="0">
                <a:solidFill>
                  <a:srgbClr val="1C4982"/>
                </a:solidFill>
              </a:rPr>
              <a:t>Dapper</a:t>
            </a:r>
          </a:p>
          <a:p>
            <a:pPr marL="742950" lvl="1" indent="-285750">
              <a:buFont typeface="Courier New" panose="02070309020205020404" pitchFamily="49" charset="0"/>
              <a:buChar char="o"/>
            </a:pPr>
            <a:r>
              <a:rPr lang="en-US" dirty="0" err="1">
                <a:solidFill>
                  <a:srgbClr val="1C4982"/>
                </a:solidFill>
              </a:rPr>
              <a:t>Swashbuckle</a:t>
            </a:r>
            <a:endParaRPr lang="en-US" dirty="0">
              <a:solidFill>
                <a:srgbClr val="1C4982"/>
              </a:solidFill>
            </a:endParaRPr>
          </a:p>
          <a:p>
            <a:pPr marL="742950" lvl="1" indent="-285750">
              <a:buFont typeface="Courier New" panose="02070309020205020404" pitchFamily="49" charset="0"/>
              <a:buChar char="o"/>
            </a:pPr>
            <a:r>
              <a:rPr lang="en-US" dirty="0" err="1">
                <a:solidFill>
                  <a:srgbClr val="1C4982"/>
                </a:solidFill>
              </a:rPr>
              <a:t>Serilog</a:t>
            </a:r>
            <a:endParaRPr lang="en-US" dirty="0">
              <a:solidFill>
                <a:srgbClr val="1C4982"/>
              </a:solidFill>
            </a:endParaRPr>
          </a:p>
          <a:p>
            <a:pPr marL="742950" lvl="1" indent="-285750">
              <a:buFont typeface="Courier New" panose="02070309020205020404" pitchFamily="49" charset="0"/>
              <a:buChar char="o"/>
            </a:pPr>
            <a:r>
              <a:rPr lang="en-US" dirty="0" err="1">
                <a:solidFill>
                  <a:srgbClr val="1C4982"/>
                </a:solidFill>
              </a:rPr>
              <a:t>DbUp</a:t>
            </a:r>
            <a:endParaRPr lang="ru-RU" dirty="0">
              <a:solidFill>
                <a:srgbClr val="1C4982"/>
              </a:solidFill>
            </a:endParaRPr>
          </a:p>
          <a:p>
            <a:pPr marL="285750" indent="-285750">
              <a:buFont typeface="Arial" panose="020B0604020202020204" pitchFamily="34" charset="0"/>
              <a:buChar char="•"/>
            </a:pPr>
            <a:r>
              <a:rPr lang="ru-RU" dirty="0">
                <a:solidFill>
                  <a:srgbClr val="1C4982"/>
                </a:solidFill>
              </a:rPr>
              <a:t>Клиентская часть:</a:t>
            </a:r>
          </a:p>
          <a:p>
            <a:pPr marL="742950" lvl="1" indent="-285750">
              <a:buFont typeface="Courier New" panose="02070309020205020404" pitchFamily="49" charset="0"/>
              <a:buChar char="o"/>
            </a:pPr>
            <a:r>
              <a:rPr lang="en-US" dirty="0" err="1">
                <a:solidFill>
                  <a:srgbClr val="1C4982"/>
                </a:solidFill>
              </a:rPr>
              <a:t>EPPlus</a:t>
            </a:r>
            <a:endParaRPr lang="en-US" dirty="0">
              <a:solidFill>
                <a:srgbClr val="1C4982"/>
              </a:solidFill>
            </a:endParaRPr>
          </a:p>
          <a:p>
            <a:pPr marL="742950" lvl="1" indent="-285750">
              <a:buFont typeface="Courier New" panose="02070309020205020404" pitchFamily="49" charset="0"/>
              <a:buChar char="o"/>
            </a:pPr>
            <a:r>
              <a:rPr lang="en-US" dirty="0" err="1">
                <a:solidFill>
                  <a:srgbClr val="1C4982"/>
                </a:solidFill>
              </a:rPr>
              <a:t>Markdig</a:t>
            </a:r>
            <a:endParaRPr lang="en-US" dirty="0">
              <a:solidFill>
                <a:srgbClr val="1C4982"/>
              </a:solidFill>
            </a:endParaRPr>
          </a:p>
        </p:txBody>
      </p:sp>
      <p:pic>
        <p:nvPicPr>
          <p:cNvPr id="3" name="Picture 16" descr="A picture containing clock, drawing&#10;&#10;Description automatically generated">
            <a:extLst>
              <a:ext uri="{FF2B5EF4-FFF2-40B4-BE49-F238E27FC236}">
                <a16:creationId xmlns:a16="http://schemas.microsoft.com/office/drawing/2014/main" id="{D4B0D570-D55A-4C2D-9573-EC7800CA53AD}"/>
              </a:ext>
            </a:extLst>
          </p:cNvPr>
          <p:cNvPicPr>
            <a:picLocks noChangeAspect="1"/>
          </p:cNvPicPr>
          <p:nvPr/>
        </p:nvPicPr>
        <p:blipFill>
          <a:blip r:embed="rId4"/>
          <a:stretch>
            <a:fillRect/>
          </a:stretch>
        </p:blipFill>
        <p:spPr>
          <a:xfrm>
            <a:off x="6434682" y="3439795"/>
            <a:ext cx="1734645" cy="1734645"/>
          </a:xfrm>
          <a:prstGeom prst="rect">
            <a:avLst/>
          </a:prstGeom>
        </p:spPr>
      </p:pic>
      <p:pic>
        <p:nvPicPr>
          <p:cNvPr id="7" name="Рисунок 6">
            <a:extLst>
              <a:ext uri="{FF2B5EF4-FFF2-40B4-BE49-F238E27FC236}">
                <a16:creationId xmlns:a16="http://schemas.microsoft.com/office/drawing/2014/main" id="{110C31CD-6900-4FDE-A8D3-FE405562EF8A}"/>
              </a:ext>
            </a:extLst>
          </p:cNvPr>
          <p:cNvPicPr>
            <a:picLocks noChangeAspect="1"/>
          </p:cNvPicPr>
          <p:nvPr/>
        </p:nvPicPr>
        <p:blipFill rotWithShape="1">
          <a:blip r:embed="rId5">
            <a:extLst>
              <a:ext uri="{28A0092B-C50C-407E-A947-70E740481C1C}">
                <a14:useLocalDpi xmlns:a14="http://schemas.microsoft.com/office/drawing/2010/main" val="0"/>
              </a:ext>
            </a:extLst>
          </a:blip>
          <a:srcRect l="8166" t="14938" r="59894" b="9654"/>
          <a:stretch/>
        </p:blipFill>
        <p:spPr>
          <a:xfrm>
            <a:off x="6712335" y="1522126"/>
            <a:ext cx="1324993" cy="1544633"/>
          </a:xfrm>
          <a:prstGeom prst="rect">
            <a:avLst/>
          </a:prstGeom>
        </p:spPr>
      </p:pic>
      <p:pic>
        <p:nvPicPr>
          <p:cNvPr id="8" name="Picture 5" descr="A close up of a logo&#10;&#10;Description automatically generated">
            <a:extLst>
              <a:ext uri="{FF2B5EF4-FFF2-40B4-BE49-F238E27FC236}">
                <a16:creationId xmlns:a16="http://schemas.microsoft.com/office/drawing/2014/main" id="{01E2F537-42CA-4C06-9F53-337B584864C8}"/>
              </a:ext>
            </a:extLst>
          </p:cNvPr>
          <p:cNvPicPr>
            <a:picLocks noChangeAspect="1"/>
          </p:cNvPicPr>
          <p:nvPr/>
        </p:nvPicPr>
        <p:blipFill>
          <a:blip r:embed="rId6"/>
          <a:stretch>
            <a:fillRect/>
          </a:stretch>
        </p:blipFill>
        <p:spPr>
          <a:xfrm>
            <a:off x="4936223" y="1160439"/>
            <a:ext cx="1292303" cy="1358900"/>
          </a:xfrm>
          <a:prstGeom prst="rect">
            <a:avLst/>
          </a:prstGeom>
        </p:spPr>
      </p:pic>
      <p:pic>
        <p:nvPicPr>
          <p:cNvPr id="11" name="Рисунок 10" descr="Изображение выглядит как текст&#10;&#10;Автоматически созданное описание">
            <a:extLst>
              <a:ext uri="{FF2B5EF4-FFF2-40B4-BE49-F238E27FC236}">
                <a16:creationId xmlns:a16="http://schemas.microsoft.com/office/drawing/2014/main" id="{C40CE519-0613-4F67-8A26-9E0D2F31AF73}"/>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r="54199"/>
          <a:stretch/>
        </p:blipFill>
        <p:spPr>
          <a:xfrm>
            <a:off x="3020531" y="1733259"/>
            <a:ext cx="1131312" cy="1389416"/>
          </a:xfrm>
          <a:prstGeom prst="rect">
            <a:avLst/>
          </a:prstGeom>
        </p:spPr>
      </p:pic>
      <p:pic>
        <p:nvPicPr>
          <p:cNvPr id="18" name="Рисунок 17">
            <a:extLst>
              <a:ext uri="{FF2B5EF4-FFF2-40B4-BE49-F238E27FC236}">
                <a16:creationId xmlns:a16="http://schemas.microsoft.com/office/drawing/2014/main" id="{049F9ECE-6FEC-4CDA-844D-E9734010670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232391" y="2545306"/>
            <a:ext cx="1882952" cy="1882952"/>
          </a:xfrm>
          <a:prstGeom prst="rect">
            <a:avLst/>
          </a:prstGeom>
        </p:spPr>
      </p:pic>
      <p:pic>
        <p:nvPicPr>
          <p:cNvPr id="23" name="Рисунок 22">
            <a:extLst>
              <a:ext uri="{FF2B5EF4-FFF2-40B4-BE49-F238E27FC236}">
                <a16:creationId xmlns:a16="http://schemas.microsoft.com/office/drawing/2014/main" id="{C8289FF2-A3FA-4408-AF64-9793C89AB730}"/>
              </a:ext>
            </a:extLst>
          </p:cNvPr>
          <p:cNvPicPr>
            <a:picLocks noChangeAspect="1"/>
          </p:cNvPicPr>
          <p:nvPr/>
        </p:nvPicPr>
        <p:blipFill rotWithShape="1">
          <a:blip r:embed="rId9">
            <a:extLst>
              <a:ext uri="{28A0092B-C50C-407E-A947-70E740481C1C}">
                <a14:useLocalDpi xmlns:a14="http://schemas.microsoft.com/office/drawing/2010/main" val="0"/>
              </a:ext>
            </a:extLst>
          </a:blip>
          <a:srcRect l="44445" r="43715"/>
          <a:stretch/>
        </p:blipFill>
        <p:spPr>
          <a:xfrm>
            <a:off x="4936223" y="4761346"/>
            <a:ext cx="1262436" cy="1316345"/>
          </a:xfrm>
          <a:prstGeom prst="rect">
            <a:avLst/>
          </a:prstGeom>
        </p:spPr>
      </p:pic>
      <p:pic>
        <p:nvPicPr>
          <p:cNvPr id="26" name="Рисунок 25">
            <a:extLst>
              <a:ext uri="{FF2B5EF4-FFF2-40B4-BE49-F238E27FC236}">
                <a16:creationId xmlns:a16="http://schemas.microsoft.com/office/drawing/2014/main" id="{9D335F50-A1D1-4990-8118-FE71484FFA02}"/>
              </a:ext>
            </a:extLst>
          </p:cNvPr>
          <p:cNvPicPr>
            <a:picLocks noChangeAspect="1"/>
          </p:cNvPicPr>
          <p:nvPr/>
        </p:nvPicPr>
        <p:blipFill rotWithShape="1">
          <a:blip r:embed="rId10">
            <a:extLst>
              <a:ext uri="{28A0092B-C50C-407E-A947-70E740481C1C}">
                <a14:useLocalDpi xmlns:a14="http://schemas.microsoft.com/office/drawing/2010/main" val="0"/>
              </a:ext>
            </a:extLst>
          </a:blip>
          <a:srcRect r="80990"/>
          <a:stretch/>
        </p:blipFill>
        <p:spPr>
          <a:xfrm>
            <a:off x="615586" y="4705269"/>
            <a:ext cx="1224644" cy="1211114"/>
          </a:xfrm>
          <a:prstGeom prst="rect">
            <a:avLst/>
          </a:prstGeom>
        </p:spPr>
      </p:pic>
      <p:pic>
        <p:nvPicPr>
          <p:cNvPr id="28" name="Рисунок 27">
            <a:extLst>
              <a:ext uri="{FF2B5EF4-FFF2-40B4-BE49-F238E27FC236}">
                <a16:creationId xmlns:a16="http://schemas.microsoft.com/office/drawing/2014/main" id="{50CE72A5-6823-424E-BD93-A8AFD2A2107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473408" y="3700043"/>
            <a:ext cx="1948327" cy="1948327"/>
          </a:xfrm>
          <a:prstGeom prst="rect">
            <a:avLst/>
          </a:prstGeom>
        </p:spPr>
      </p:pic>
    </p:spTree>
    <p:extLst>
      <p:ext uri="{BB962C8B-B14F-4D97-AF65-F5344CB8AC3E}">
        <p14:creationId xmlns:p14="http://schemas.microsoft.com/office/powerpoint/2010/main" val="124676050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2"/>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5" y="205499"/>
            <a:ext cx="7315196" cy="621375"/>
          </a:xfrm>
          <a:prstGeom prst="rect">
            <a:avLst/>
          </a:prstGeom>
          <a:ln w="12700">
            <a:miter lim="400000"/>
          </a:ln>
          <a:extLst>
            <a:ext uri="{C572A759-6A51-4108-AA02-DFA0A04FC94B}">
              <ma14:wrappingTextBoxFlag xmlns:ma14="http://schemas.microsoft.com/office/mac/drawingml/2011/main" xmlns="" val="1"/>
            </a:ext>
          </a:extLst>
        </p:spPr>
        <p:txBody>
          <a:bodyPr lIns="26789" tIns="26789" rIns="26789" bIns="26789" anchor="ctr"/>
          <a:lstStyle/>
          <a:p>
            <a:r>
              <a:rPr lang="ru-RU" sz="2400" dirty="0">
                <a:solidFill>
                  <a:srgbClr val="1C4982"/>
                </a:solidFill>
                <a:latin typeface="Segoe UI Semibold" panose="020B0702040204020203" pitchFamily="34" charset="0"/>
                <a:ea typeface="Calibri" panose="020F0502020204030204" pitchFamily="34" charset="0"/>
                <a:cs typeface="Segoe UI Semibold" panose="020B0702040204020203" pitchFamily="34" charset="0"/>
              </a:rPr>
              <a:t>Архитектура клиент-серверного приложения</a:t>
            </a:r>
            <a:endParaRPr lang="en-US" sz="2400" dirty="0">
              <a:solidFill>
                <a:srgbClr val="1C4982"/>
              </a:solidFill>
              <a:latin typeface="Segoe UI Semibold" panose="020B0702040204020203" pitchFamily="34" charset="0"/>
              <a:cs typeface="Segoe UI Semibold" panose="020B0702040204020203" pitchFamily="34" charset="0"/>
            </a:endParaRPr>
          </a:p>
        </p:txBody>
      </p:sp>
      <p:sp>
        <p:nvSpPr>
          <p:cNvPr id="125"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p:cNvSpPr txBox="1"/>
          <p:nvPr/>
        </p:nvSpPr>
        <p:spPr>
          <a:xfrm>
            <a:off x="460461" y="1042887"/>
            <a:ext cx="8223071" cy="5199358"/>
          </a:xfrm>
          <a:prstGeom prst="rect">
            <a:avLst/>
          </a:prstGeom>
          <a:ln w="12700">
            <a:miter lim="400000"/>
          </a:ln>
          <a:extLst>
            <a:ext uri="{C572A759-6A51-4108-AA02-DFA0A04FC94B}">
              <ma14:wrappingTextBoxFlag xmlns:ma14="http://schemas.microsoft.com/office/mac/drawingml/2011/main" xmlns="" val="1"/>
            </a:ext>
          </a:extLst>
        </p:spPr>
        <p:txBody>
          <a:bodyPr lIns="26789" tIns="26789" rIns="26789" bIns="26789"/>
          <a:lstStyle/>
          <a:p>
            <a:pPr marL="285750" indent="-285750">
              <a:buFont typeface="Arial" panose="020B0604020202020204" pitchFamily="34" charset="0"/>
              <a:buChar char="•"/>
            </a:pPr>
            <a:endParaRPr lang="ru-RU">
              <a:solidFill>
                <a:schemeClr val="accent1">
                  <a:lumMod val="75000"/>
                </a:schemeClr>
              </a:solidFill>
            </a:endParaRPr>
          </a:p>
        </p:txBody>
      </p:sp>
      <p:pic>
        <p:nvPicPr>
          <p:cNvPr id="128" name="Изображение" descr="Изображение"/>
          <p:cNvPicPr>
            <a:picLocks noChangeAspect="1"/>
          </p:cNvPicPr>
          <p:nvPr/>
        </p:nvPicPr>
        <p:blipFill>
          <a:blip r:embed="rId3"/>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8</a:t>
            </a:fld>
            <a:endParaRPr lang="ru-RU" sz="160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a:solidFill>
                  <a:schemeClr val="bg1"/>
                </a:solidFill>
                <a:latin typeface="Segoe UI Semilight" panose="020B0402040204020203" pitchFamily="34" charset="0"/>
                <a:cs typeface="Segoe UI Semilight" panose="020B0402040204020203" pitchFamily="34" charset="0"/>
              </a:rPr>
              <a:t>20</a:t>
            </a:r>
            <a:endParaRPr kumimoji="1" lang="ru-RU" sz="120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sp>
        <p:nvSpPr>
          <p:cNvPr id="14" name="TextBox 13">
            <a:extLst>
              <a:ext uri="{FF2B5EF4-FFF2-40B4-BE49-F238E27FC236}">
                <a16:creationId xmlns:a16="http://schemas.microsoft.com/office/drawing/2014/main" id="{F8B67A2E-225B-4A17-984D-34F8FD3935E8}"/>
              </a:ext>
            </a:extLst>
          </p:cNvPr>
          <p:cNvSpPr txBox="1"/>
          <p:nvPr/>
        </p:nvSpPr>
        <p:spPr>
          <a:xfrm>
            <a:off x="460460" y="1026211"/>
            <a:ext cx="4385507" cy="476970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28600">
              <a:lnSpc>
                <a:spcPct val="107000"/>
              </a:lnSpc>
              <a:spcAft>
                <a:spcPts val="800"/>
              </a:spcAft>
            </a:pPr>
            <a:r>
              <a:rPr lang="ru-RU" sz="1600" dirty="0">
                <a:solidFill>
                  <a:srgbClr val="1C4982"/>
                </a:solidFill>
                <a:effectLst/>
                <a:latin typeface="Segoe UI Semilight" panose="020B0402040204020203" pitchFamily="34" charset="0"/>
                <a:ea typeface="Calibri" panose="020F0502020204030204" pitchFamily="34" charset="0"/>
                <a:cs typeface="Segoe UI Semilight" panose="020B0402040204020203" pitchFamily="34" charset="0"/>
              </a:rPr>
              <a:t>Для создания репозитория была выбрана слоистая архитектура, состоящая из:</a:t>
            </a:r>
          </a:p>
          <a:p>
            <a:pPr marL="514350" indent="-285750">
              <a:lnSpc>
                <a:spcPct val="107000"/>
              </a:lnSpc>
              <a:spcAft>
                <a:spcPts val="800"/>
              </a:spcAft>
              <a:buFont typeface="Arial" panose="020B0604020202020204" pitchFamily="34" charset="0"/>
              <a:buChar char="•"/>
            </a:pPr>
            <a:r>
              <a:rPr lang="ru-RU" sz="16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Слой представления</a:t>
            </a:r>
          </a:p>
          <a:p>
            <a:pPr marL="228600">
              <a:lnSpc>
                <a:spcPct val="107000"/>
              </a:lnSpc>
              <a:spcAft>
                <a:spcPts val="800"/>
              </a:spcAft>
            </a:pPr>
            <a:r>
              <a:rPr lang="ru-RU" sz="16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	Веб-клиент, с которым пользователь взаимодействует посредством браузера.</a:t>
            </a:r>
          </a:p>
          <a:p>
            <a:pPr marL="514350" indent="-285750">
              <a:lnSpc>
                <a:spcPct val="107000"/>
              </a:lnSpc>
              <a:spcAft>
                <a:spcPts val="800"/>
              </a:spcAft>
              <a:buFont typeface="Arial" panose="020B0604020202020204" pitchFamily="34" charset="0"/>
              <a:buChar char="•"/>
            </a:pPr>
            <a:r>
              <a:rPr lang="ru-RU" sz="16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Слой бизнес логики</a:t>
            </a:r>
          </a:p>
          <a:p>
            <a:pPr marL="228600">
              <a:lnSpc>
                <a:spcPct val="107000"/>
              </a:lnSpc>
              <a:spcAft>
                <a:spcPts val="800"/>
              </a:spcAft>
            </a:pPr>
            <a:r>
              <a:rPr lang="ru-RU" sz="16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	</a:t>
            </a:r>
            <a:r>
              <a:rPr lang="en-US" sz="16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API </a:t>
            </a:r>
            <a:r>
              <a:rPr lang="ru-RU" sz="16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с которым взаимодействует веб-клиент, здесь введенные пользователем данные обрабатываются соответствующим образом.</a:t>
            </a:r>
          </a:p>
          <a:p>
            <a:pPr marL="514350" indent="-285750">
              <a:lnSpc>
                <a:spcPct val="107000"/>
              </a:lnSpc>
              <a:spcAft>
                <a:spcPts val="800"/>
              </a:spcAft>
              <a:buFont typeface="Arial" panose="020B0604020202020204" pitchFamily="34" charset="0"/>
              <a:buChar char="•"/>
            </a:pPr>
            <a:r>
              <a:rPr lang="ru-RU" sz="16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Слой доступа к данным</a:t>
            </a:r>
          </a:p>
          <a:p>
            <a:pPr marL="228600">
              <a:lnSpc>
                <a:spcPct val="107000"/>
              </a:lnSpc>
              <a:spcAft>
                <a:spcPts val="800"/>
              </a:spcAft>
            </a:pPr>
            <a:r>
              <a:rPr lang="ru-RU" sz="16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	Данный слой предоставляет методы для взаимодействия с базой данных, с ним взаимодействует </a:t>
            </a:r>
            <a:r>
              <a:rPr lang="en-US" sz="16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API.</a:t>
            </a:r>
            <a:endParaRPr lang="ru-RU" sz="16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endParaRPr>
          </a:p>
        </p:txBody>
      </p:sp>
      <p:pic>
        <p:nvPicPr>
          <p:cNvPr id="3" name="Рисунок 2">
            <a:extLst>
              <a:ext uri="{FF2B5EF4-FFF2-40B4-BE49-F238E27FC236}">
                <a16:creationId xmlns:a16="http://schemas.microsoft.com/office/drawing/2014/main" id="{2542F77F-C4A4-4FC0-9229-D0292C092B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59256" y="1026211"/>
            <a:ext cx="3724275" cy="4143375"/>
          </a:xfrm>
          <a:prstGeom prst="rect">
            <a:avLst/>
          </a:prstGeom>
        </p:spPr>
      </p:pic>
    </p:spTree>
    <p:extLst>
      <p:ext uri="{BB962C8B-B14F-4D97-AF65-F5344CB8AC3E}">
        <p14:creationId xmlns:p14="http://schemas.microsoft.com/office/powerpoint/2010/main" val="153254565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2"/>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4" y="185203"/>
            <a:ext cx="7315196" cy="621375"/>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lstStyle/>
          <a:p>
            <a:r>
              <a:rPr lang="ru-RU" sz="2400" dirty="0">
                <a:solidFill>
                  <a:srgbClr val="1C4982"/>
                </a:solidFill>
                <a:latin typeface="Segoe UI Semibold" panose="020B0702040204020203" pitchFamily="34" charset="0"/>
                <a:cs typeface="Segoe UI Semibold" panose="020B0702040204020203" pitchFamily="34" charset="0"/>
              </a:rPr>
              <a:t>Формат данных</a:t>
            </a:r>
          </a:p>
        </p:txBody>
      </p:sp>
      <p:sp>
        <p:nvSpPr>
          <p:cNvPr id="125"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p:cNvSpPr txBox="1"/>
          <p:nvPr/>
        </p:nvSpPr>
        <p:spPr>
          <a:xfrm>
            <a:off x="460461" y="1042887"/>
            <a:ext cx="8223071" cy="5199358"/>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lstStyle/>
          <a:p>
            <a:pPr marL="285750" indent="-285750">
              <a:buFont typeface="Arial" panose="020B0604020202020204" pitchFamily="34" charset="0"/>
              <a:buChar char="•"/>
            </a:pPr>
            <a:endParaRPr lang="ru-RU">
              <a:solidFill>
                <a:schemeClr val="accent1">
                  <a:lumMod val="75000"/>
                </a:schemeClr>
              </a:solidFill>
            </a:endParaRPr>
          </a:p>
        </p:txBody>
      </p:sp>
      <p:pic>
        <p:nvPicPr>
          <p:cNvPr id="128" name="Изображение" descr="Изображение"/>
          <p:cNvPicPr>
            <a:picLocks noChangeAspect="1"/>
          </p:cNvPicPr>
          <p:nvPr/>
        </p:nvPicPr>
        <p:blipFill>
          <a:blip r:embed="rId3"/>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9</a:t>
            </a:fld>
            <a:endParaRPr lang="ru-RU" sz="1600" dirty="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dirty="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dirty="0">
                <a:solidFill>
                  <a:schemeClr val="bg1"/>
                </a:solidFill>
                <a:latin typeface="Segoe UI Semilight" panose="020B0402040204020203" pitchFamily="34" charset="0"/>
                <a:cs typeface="Segoe UI Semilight" panose="020B0402040204020203" pitchFamily="34" charset="0"/>
              </a:rPr>
              <a:t>20</a:t>
            </a:r>
            <a:endParaRPr kumimoji="1" lang="ru-RU" sz="1200" dirty="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dirty="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sp>
        <p:nvSpPr>
          <p:cNvPr id="13" name="TextBox 12">
            <a:extLst>
              <a:ext uri="{FF2B5EF4-FFF2-40B4-BE49-F238E27FC236}">
                <a16:creationId xmlns:a16="http://schemas.microsoft.com/office/drawing/2014/main" id="{B7EA2E41-A340-483E-A948-CF4FBDCE785F}"/>
              </a:ext>
            </a:extLst>
          </p:cNvPr>
          <p:cNvSpPr txBox="1"/>
          <p:nvPr/>
        </p:nvSpPr>
        <p:spPr>
          <a:xfrm>
            <a:off x="460460" y="1042887"/>
            <a:ext cx="8223070" cy="50783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b="1" dirty="0">
                <a:solidFill>
                  <a:srgbClr val="003F82"/>
                </a:solidFill>
              </a:rPr>
              <a:t>Данные на входе:</a:t>
            </a:r>
          </a:p>
          <a:p>
            <a:pPr marL="285750" indent="-285750">
              <a:buFont typeface="Arial" panose="020B0604020202020204" pitchFamily="34" charset="0"/>
              <a:buChar char="•"/>
            </a:pPr>
            <a:r>
              <a:rPr lang="ru-RU" dirty="0">
                <a:solidFill>
                  <a:schemeClr val="accent1">
                    <a:lumMod val="75000"/>
                  </a:schemeClr>
                </a:solidFill>
              </a:rPr>
              <a:t>Предоставляется возможность добавлять данные через веб интерфейс, либо загружая специальным образом заполненный .</a:t>
            </a:r>
            <a:r>
              <a:rPr lang="en-US" dirty="0">
                <a:solidFill>
                  <a:schemeClr val="accent1">
                    <a:lumMod val="75000"/>
                  </a:schemeClr>
                </a:solidFill>
              </a:rPr>
              <a:t>xlsx </a:t>
            </a:r>
            <a:r>
              <a:rPr lang="ru-RU" dirty="0">
                <a:solidFill>
                  <a:schemeClr val="accent1">
                    <a:lumMod val="75000"/>
                  </a:schemeClr>
                </a:solidFill>
              </a:rPr>
              <a:t>файл:</a:t>
            </a:r>
          </a:p>
          <a:p>
            <a:pPr marL="285750" indent="-285750">
              <a:buFont typeface="Arial" panose="020B0604020202020204" pitchFamily="34" charset="0"/>
              <a:buChar char="•"/>
            </a:pPr>
            <a:endParaRPr lang="ru-RU" sz="1800" dirty="0">
              <a:solidFill>
                <a:schemeClr val="accent1">
                  <a:lumMod val="75000"/>
                </a:schemeClr>
              </a:solidFill>
            </a:endParaRPr>
          </a:p>
          <a:p>
            <a:endParaRPr lang="ru-RU" b="1" dirty="0">
              <a:solidFill>
                <a:srgbClr val="003F82"/>
              </a:solidFill>
            </a:endParaRPr>
          </a:p>
          <a:p>
            <a:endParaRPr lang="ru-RU" b="1" dirty="0">
              <a:solidFill>
                <a:srgbClr val="003F82"/>
              </a:solidFill>
            </a:endParaRPr>
          </a:p>
          <a:p>
            <a:endParaRPr lang="ru-RU" b="1" dirty="0">
              <a:solidFill>
                <a:srgbClr val="003F82"/>
              </a:solidFill>
            </a:endParaRPr>
          </a:p>
          <a:p>
            <a:endParaRPr lang="ru-RU" b="1" dirty="0">
              <a:solidFill>
                <a:srgbClr val="003F82"/>
              </a:solidFill>
            </a:endParaRPr>
          </a:p>
          <a:p>
            <a:endParaRPr lang="ru-RU" b="1" dirty="0">
              <a:solidFill>
                <a:srgbClr val="003F82"/>
              </a:solidFill>
            </a:endParaRPr>
          </a:p>
          <a:p>
            <a:endParaRPr lang="ru-RU" b="1" dirty="0">
              <a:solidFill>
                <a:srgbClr val="003F82"/>
              </a:solidFill>
            </a:endParaRPr>
          </a:p>
          <a:p>
            <a:endParaRPr lang="ru-RU" b="1" dirty="0">
              <a:solidFill>
                <a:srgbClr val="003F82"/>
              </a:solidFill>
            </a:endParaRPr>
          </a:p>
          <a:p>
            <a:endParaRPr lang="ru-RU" b="1" dirty="0">
              <a:solidFill>
                <a:srgbClr val="003F82"/>
              </a:solidFill>
            </a:endParaRPr>
          </a:p>
          <a:p>
            <a:endParaRPr lang="ru-RU" b="1" dirty="0">
              <a:solidFill>
                <a:srgbClr val="003F82"/>
              </a:solidFill>
            </a:endParaRPr>
          </a:p>
          <a:p>
            <a:r>
              <a:rPr lang="ru-RU" b="1" dirty="0">
                <a:solidFill>
                  <a:srgbClr val="003F82"/>
                </a:solidFill>
              </a:rPr>
              <a:t>Промежуточные данные:</a:t>
            </a:r>
          </a:p>
          <a:p>
            <a:pPr marL="285750" indent="-285750">
              <a:buFont typeface="Arial" panose="020B0604020202020204" pitchFamily="34" charset="0"/>
              <a:buChar char="•"/>
            </a:pPr>
            <a:r>
              <a:rPr lang="en-US" sz="1800" dirty="0">
                <a:solidFill>
                  <a:schemeClr val="accent1">
                    <a:lumMod val="75000"/>
                  </a:schemeClr>
                </a:solidFill>
              </a:rPr>
              <a:t>JSON</a:t>
            </a:r>
            <a:r>
              <a:rPr lang="ru-RU" sz="1800" dirty="0">
                <a:solidFill>
                  <a:schemeClr val="accent1">
                    <a:lumMod val="75000"/>
                  </a:schemeClr>
                </a:solidFill>
              </a:rPr>
              <a:t> (</a:t>
            </a:r>
            <a:r>
              <a:rPr lang="en-US" sz="1800" dirty="0">
                <a:solidFill>
                  <a:schemeClr val="accent1">
                    <a:lumMod val="75000"/>
                  </a:schemeClr>
                </a:solidFill>
              </a:rPr>
              <a:t>DTO-</a:t>
            </a:r>
            <a:r>
              <a:rPr lang="ru-RU" sz="1800" dirty="0">
                <a:solidFill>
                  <a:schemeClr val="accent1">
                    <a:lumMod val="75000"/>
                  </a:schemeClr>
                </a:solidFill>
              </a:rPr>
              <a:t>модели).</a:t>
            </a:r>
            <a:endParaRPr lang="en-US" sz="1800" dirty="0">
              <a:solidFill>
                <a:schemeClr val="accent1">
                  <a:lumMod val="75000"/>
                </a:schemeClr>
              </a:solidFill>
            </a:endParaRPr>
          </a:p>
          <a:p>
            <a:pPr lvl="0"/>
            <a:endParaRPr lang="ru-RU" b="1" dirty="0">
              <a:solidFill>
                <a:srgbClr val="003F82"/>
              </a:solidFill>
            </a:endParaRPr>
          </a:p>
          <a:p>
            <a:pPr lvl="0"/>
            <a:r>
              <a:rPr lang="ru-RU" b="1" dirty="0">
                <a:solidFill>
                  <a:srgbClr val="003F82"/>
                </a:solidFill>
              </a:rPr>
              <a:t>Данные на выходе:</a:t>
            </a:r>
          </a:p>
          <a:p>
            <a:pPr marL="285750" indent="-285750">
              <a:buFont typeface="Arial" panose="020B0604020202020204" pitchFamily="34" charset="0"/>
              <a:buChar char="•"/>
            </a:pPr>
            <a:r>
              <a:rPr lang="ru-RU" sz="1800" dirty="0">
                <a:solidFill>
                  <a:schemeClr val="accent1">
                    <a:lumMod val="75000"/>
                  </a:schemeClr>
                </a:solidFill>
              </a:rPr>
              <a:t>.</a:t>
            </a:r>
            <a:r>
              <a:rPr lang="en-US" sz="1800" dirty="0">
                <a:solidFill>
                  <a:schemeClr val="accent1">
                    <a:lumMod val="75000"/>
                  </a:schemeClr>
                </a:solidFill>
              </a:rPr>
              <a:t>json</a:t>
            </a:r>
            <a:r>
              <a:rPr lang="ru-RU" sz="1800" dirty="0">
                <a:solidFill>
                  <a:schemeClr val="accent1">
                    <a:lumMod val="75000"/>
                  </a:schemeClr>
                </a:solidFill>
              </a:rPr>
              <a:t> файл, </a:t>
            </a:r>
            <a:r>
              <a:rPr lang="en-US" sz="1800" dirty="0">
                <a:solidFill>
                  <a:schemeClr val="accent1">
                    <a:lumMod val="75000"/>
                  </a:schemeClr>
                </a:solidFill>
              </a:rPr>
              <a:t>c </a:t>
            </a:r>
            <a:r>
              <a:rPr lang="ru-RU" sz="1800" dirty="0">
                <a:solidFill>
                  <a:schemeClr val="accent1">
                    <a:lumMod val="75000"/>
                  </a:schemeClr>
                </a:solidFill>
              </a:rPr>
              <a:t>информацией о наборе вопросов.</a:t>
            </a:r>
            <a:endParaRPr lang="ru-RU" dirty="0"/>
          </a:p>
        </p:txBody>
      </p:sp>
      <p:graphicFrame>
        <p:nvGraphicFramePr>
          <p:cNvPr id="3" name="Таблица 2">
            <a:extLst>
              <a:ext uri="{FF2B5EF4-FFF2-40B4-BE49-F238E27FC236}">
                <a16:creationId xmlns:a16="http://schemas.microsoft.com/office/drawing/2014/main" id="{68BDF256-A793-44BA-BC51-0665444EFD0A}"/>
              </a:ext>
            </a:extLst>
          </p:cNvPr>
          <p:cNvGraphicFramePr>
            <a:graphicFrameLocks noGrp="1"/>
          </p:cNvGraphicFramePr>
          <p:nvPr>
            <p:extLst>
              <p:ext uri="{D42A27DB-BD31-4B8C-83A1-F6EECF244321}">
                <p14:modId xmlns:p14="http://schemas.microsoft.com/office/powerpoint/2010/main" val="1089265114"/>
              </p:ext>
            </p:extLst>
          </p:nvPr>
        </p:nvGraphicFramePr>
        <p:xfrm>
          <a:off x="773971" y="2101468"/>
          <a:ext cx="7795260" cy="2249298"/>
        </p:xfrm>
        <a:graphic>
          <a:graphicData uri="http://schemas.openxmlformats.org/drawingml/2006/table">
            <a:tbl>
              <a:tblPr firstCol="1" bandRow="1">
                <a:tableStyleId>{BC89EF96-8CEA-46FF-86C4-4CE0E7609802}</a:tableStyleId>
              </a:tblPr>
              <a:tblGrid>
                <a:gridCol w="775429">
                  <a:extLst>
                    <a:ext uri="{9D8B030D-6E8A-4147-A177-3AD203B41FA5}">
                      <a16:colId xmlns:a16="http://schemas.microsoft.com/office/drawing/2014/main" val="2067372478"/>
                    </a:ext>
                  </a:extLst>
                </a:gridCol>
                <a:gridCol w="596900">
                  <a:extLst>
                    <a:ext uri="{9D8B030D-6E8A-4147-A177-3AD203B41FA5}">
                      <a16:colId xmlns:a16="http://schemas.microsoft.com/office/drawing/2014/main" val="3490433510"/>
                    </a:ext>
                  </a:extLst>
                </a:gridCol>
                <a:gridCol w="660400">
                  <a:extLst>
                    <a:ext uri="{9D8B030D-6E8A-4147-A177-3AD203B41FA5}">
                      <a16:colId xmlns:a16="http://schemas.microsoft.com/office/drawing/2014/main" val="2325174286"/>
                    </a:ext>
                  </a:extLst>
                </a:gridCol>
                <a:gridCol w="914400">
                  <a:extLst>
                    <a:ext uri="{9D8B030D-6E8A-4147-A177-3AD203B41FA5}">
                      <a16:colId xmlns:a16="http://schemas.microsoft.com/office/drawing/2014/main" val="3289541058"/>
                    </a:ext>
                  </a:extLst>
                </a:gridCol>
                <a:gridCol w="1308100">
                  <a:extLst>
                    <a:ext uri="{9D8B030D-6E8A-4147-A177-3AD203B41FA5}">
                      <a16:colId xmlns:a16="http://schemas.microsoft.com/office/drawing/2014/main" val="3181303147"/>
                    </a:ext>
                  </a:extLst>
                </a:gridCol>
                <a:gridCol w="876300">
                  <a:extLst>
                    <a:ext uri="{9D8B030D-6E8A-4147-A177-3AD203B41FA5}">
                      <a16:colId xmlns:a16="http://schemas.microsoft.com/office/drawing/2014/main" val="531524344"/>
                    </a:ext>
                  </a:extLst>
                </a:gridCol>
                <a:gridCol w="1358900">
                  <a:extLst>
                    <a:ext uri="{9D8B030D-6E8A-4147-A177-3AD203B41FA5}">
                      <a16:colId xmlns:a16="http://schemas.microsoft.com/office/drawing/2014/main" val="2430270368"/>
                    </a:ext>
                  </a:extLst>
                </a:gridCol>
                <a:gridCol w="1304831">
                  <a:extLst>
                    <a:ext uri="{9D8B030D-6E8A-4147-A177-3AD203B41FA5}">
                      <a16:colId xmlns:a16="http://schemas.microsoft.com/office/drawing/2014/main" val="2255571596"/>
                    </a:ext>
                  </a:extLst>
                </a:gridCol>
              </a:tblGrid>
              <a:tr h="177800">
                <a:tc>
                  <a:txBody>
                    <a:bodyPr/>
                    <a:lstStyle/>
                    <a:p>
                      <a:pPr algn="ctr">
                        <a:lnSpc>
                          <a:spcPct val="107000"/>
                        </a:lnSpc>
                        <a:spcAft>
                          <a:spcPts val="800"/>
                        </a:spcAft>
                      </a:pPr>
                      <a:r>
                        <a:rPr lang="ru-RU" sz="1400">
                          <a:effectLst/>
                          <a:latin typeface="Segoe UI Semilight" panose="020B0402040204020203" pitchFamily="34" charset="0"/>
                          <a:cs typeface="Segoe UI Semilight" panose="020B0402040204020203" pitchFamily="34" charset="0"/>
                        </a:rPr>
                        <a:t>module</a:t>
                      </a:r>
                      <a:endParaRPr lang="ru-RU" sz="1400">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endParaRPr>
                    </a:p>
                  </a:txBody>
                  <a:tcPr marL="68580" marR="68580" marT="0" marB="0" anchor="ctr"/>
                </a:tc>
                <a:tc>
                  <a:txBody>
                    <a:bodyPr/>
                    <a:lstStyle/>
                    <a:p>
                      <a:pPr algn="ctr">
                        <a:lnSpc>
                          <a:spcPct val="107000"/>
                        </a:lnSpc>
                        <a:spcAft>
                          <a:spcPts val="800"/>
                        </a:spcAft>
                      </a:pPr>
                      <a:r>
                        <a:rPr lang="ru-RU" sz="1400" b="1">
                          <a:effectLst/>
                          <a:latin typeface="Segoe UI Semilight" panose="020B0402040204020203" pitchFamily="34" charset="0"/>
                          <a:cs typeface="Segoe UI Semilight" panose="020B0402040204020203" pitchFamily="34" charset="0"/>
                        </a:rPr>
                        <a:t>topics</a:t>
                      </a:r>
                      <a:endParaRPr lang="ru-RU" sz="1400" b="1">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endParaRPr>
                    </a:p>
                  </a:txBody>
                  <a:tcPr marL="68580" marR="68580" marT="0" marB="0" anchor="ctr"/>
                </a:tc>
                <a:tc>
                  <a:txBody>
                    <a:bodyPr/>
                    <a:lstStyle/>
                    <a:p>
                      <a:pPr algn="ctr">
                        <a:lnSpc>
                          <a:spcPct val="107000"/>
                        </a:lnSpc>
                        <a:spcAft>
                          <a:spcPts val="800"/>
                        </a:spcAft>
                      </a:pPr>
                      <a:r>
                        <a:rPr lang="ru-RU" sz="1400" b="1">
                          <a:effectLst/>
                          <a:latin typeface="Segoe UI Semilight" panose="020B0402040204020203" pitchFamily="34" charset="0"/>
                          <a:cs typeface="Segoe UI Semilight" panose="020B0402040204020203" pitchFamily="34" charset="0"/>
                        </a:rPr>
                        <a:t>tags</a:t>
                      </a:r>
                      <a:endParaRPr lang="ru-RU" sz="1400" b="1">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endParaRPr>
                    </a:p>
                  </a:txBody>
                  <a:tcPr marL="68580" marR="68580" marT="0" marB="0" anchor="ctr"/>
                </a:tc>
                <a:tc>
                  <a:txBody>
                    <a:bodyPr/>
                    <a:lstStyle/>
                    <a:p>
                      <a:pPr algn="ctr">
                        <a:lnSpc>
                          <a:spcPct val="107000"/>
                        </a:lnSpc>
                        <a:spcAft>
                          <a:spcPts val="800"/>
                        </a:spcAft>
                      </a:pPr>
                      <a:r>
                        <a:rPr lang="ru-RU" sz="1400" b="1">
                          <a:effectLst/>
                          <a:latin typeface="Segoe UI Semilight" panose="020B0402040204020203" pitchFamily="34" charset="0"/>
                          <a:cs typeface="Segoe UI Semilight" panose="020B0402040204020203" pitchFamily="34" charset="0"/>
                        </a:rPr>
                        <a:t>name</a:t>
                      </a:r>
                      <a:endParaRPr lang="ru-RU" sz="1400" b="1">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endParaRPr>
                    </a:p>
                  </a:txBody>
                  <a:tcPr marL="68580" marR="68580" marT="0" marB="0" anchor="ctr"/>
                </a:tc>
                <a:tc>
                  <a:txBody>
                    <a:bodyPr/>
                    <a:lstStyle/>
                    <a:p>
                      <a:pPr algn="ctr">
                        <a:lnSpc>
                          <a:spcPct val="107000"/>
                        </a:lnSpc>
                        <a:spcAft>
                          <a:spcPts val="800"/>
                        </a:spcAft>
                      </a:pPr>
                      <a:r>
                        <a:rPr lang="ru-RU" sz="1400" b="1">
                          <a:effectLst/>
                          <a:latin typeface="Segoe UI Semilight" panose="020B0402040204020203" pitchFamily="34" charset="0"/>
                          <a:cs typeface="Segoe UI Semilight" panose="020B0402040204020203" pitchFamily="34" charset="0"/>
                        </a:rPr>
                        <a:t>body</a:t>
                      </a:r>
                      <a:endParaRPr lang="ru-RU" sz="1400" b="1">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endParaRPr>
                    </a:p>
                  </a:txBody>
                  <a:tcPr marL="68580" marR="68580" marT="0" marB="0" anchor="ctr"/>
                </a:tc>
                <a:tc>
                  <a:txBody>
                    <a:bodyPr/>
                    <a:lstStyle/>
                    <a:p>
                      <a:pPr algn="ctr">
                        <a:lnSpc>
                          <a:spcPct val="107000"/>
                        </a:lnSpc>
                        <a:spcAft>
                          <a:spcPts val="800"/>
                        </a:spcAft>
                      </a:pPr>
                      <a:r>
                        <a:rPr lang="ru-RU" sz="1400" b="1">
                          <a:effectLst/>
                          <a:latin typeface="Segoe UI Semilight" panose="020B0402040204020203" pitchFamily="34" charset="0"/>
                          <a:cs typeface="Segoe UI Semilight" panose="020B0402040204020203" pitchFamily="34" charset="0"/>
                        </a:rPr>
                        <a:t>type</a:t>
                      </a:r>
                      <a:endParaRPr lang="ru-RU" sz="1400" b="1">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endParaRPr>
                    </a:p>
                  </a:txBody>
                  <a:tcPr marL="68580" marR="68580" marT="0" marB="0" anchor="ctr"/>
                </a:tc>
                <a:tc>
                  <a:txBody>
                    <a:bodyPr/>
                    <a:lstStyle/>
                    <a:p>
                      <a:pPr algn="ctr">
                        <a:lnSpc>
                          <a:spcPct val="107000"/>
                        </a:lnSpc>
                        <a:spcAft>
                          <a:spcPts val="800"/>
                        </a:spcAft>
                      </a:pPr>
                      <a:r>
                        <a:rPr lang="ru-RU" sz="1400" b="1">
                          <a:effectLst/>
                          <a:latin typeface="Segoe UI Semilight" panose="020B0402040204020203" pitchFamily="34" charset="0"/>
                          <a:cs typeface="Segoe UI Semilight" panose="020B0402040204020203" pitchFamily="34" charset="0"/>
                        </a:rPr>
                        <a:t>answers</a:t>
                      </a:r>
                      <a:endParaRPr lang="ru-RU" sz="1400" b="1">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endParaRPr>
                    </a:p>
                  </a:txBody>
                  <a:tcPr marL="68580" marR="68580" marT="0" marB="0" anchor="ctr"/>
                </a:tc>
                <a:tc>
                  <a:txBody>
                    <a:bodyPr/>
                    <a:lstStyle/>
                    <a:p>
                      <a:pPr algn="ctr">
                        <a:lnSpc>
                          <a:spcPct val="107000"/>
                        </a:lnSpc>
                        <a:spcAft>
                          <a:spcPts val="800"/>
                        </a:spcAft>
                      </a:pPr>
                      <a:r>
                        <a:rPr lang="ru-RU" sz="1400" b="1">
                          <a:effectLst/>
                          <a:latin typeface="Segoe UI Semilight" panose="020B0402040204020203" pitchFamily="34" charset="0"/>
                          <a:cs typeface="Segoe UI Semilight" panose="020B0402040204020203" pitchFamily="34" charset="0"/>
                        </a:rPr>
                        <a:t>right</a:t>
                      </a:r>
                      <a:endParaRPr lang="ru-RU" sz="1400" b="1">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endParaRPr>
                    </a:p>
                  </a:txBody>
                  <a:tcPr marL="68580" marR="68580" marT="0" marB="0" anchor="ctr"/>
                </a:tc>
                <a:extLst>
                  <a:ext uri="{0D108BD9-81ED-4DB2-BD59-A6C34878D82A}">
                    <a16:rowId xmlns:a16="http://schemas.microsoft.com/office/drawing/2014/main" val="2430940767"/>
                  </a:ext>
                </a:extLst>
              </a:tr>
              <a:tr h="0">
                <a:tc>
                  <a:txBody>
                    <a:bodyPr/>
                    <a:lstStyle/>
                    <a:p>
                      <a:pPr algn="ctr">
                        <a:lnSpc>
                          <a:spcPct val="107000"/>
                        </a:lnSpc>
                        <a:spcAft>
                          <a:spcPts val="800"/>
                        </a:spcAft>
                      </a:pPr>
                      <a:r>
                        <a:rPr lang="en-US" sz="1400" b="0" dirty="0">
                          <a:solidFill>
                            <a:srgbClr val="000000"/>
                          </a:solidFill>
                          <a:effectLst/>
                          <a:latin typeface="Segoe UI Semilight" panose="020B0402040204020203" pitchFamily="34" charset="0"/>
                          <a:cs typeface="Segoe UI Semilight" panose="020B0402040204020203" pitchFamily="34" charset="0"/>
                        </a:rPr>
                        <a:t>‘1’, ‘2’, ‘3’ </a:t>
                      </a:r>
                      <a:r>
                        <a:rPr lang="ru-RU" sz="1400" b="0" dirty="0">
                          <a:solidFill>
                            <a:srgbClr val="000000"/>
                          </a:solidFill>
                          <a:effectLst/>
                          <a:latin typeface="Segoe UI Semilight" panose="020B0402040204020203" pitchFamily="34" charset="0"/>
                          <a:cs typeface="Segoe UI Semilight" panose="020B0402040204020203" pitchFamily="34" charset="0"/>
                        </a:rPr>
                        <a:t>или </a:t>
                      </a:r>
                      <a:r>
                        <a:rPr lang="en-US" sz="1400" b="0" dirty="0">
                          <a:solidFill>
                            <a:srgbClr val="000000"/>
                          </a:solidFill>
                          <a:effectLst/>
                          <a:latin typeface="Segoe UI Semilight" panose="020B0402040204020203" pitchFamily="34" charset="0"/>
                          <a:cs typeface="Segoe UI Semilight" panose="020B0402040204020203" pitchFamily="34" charset="0"/>
                        </a:rPr>
                        <a:t>‘4’</a:t>
                      </a:r>
                      <a:endParaRPr lang="ru-RU" sz="1400" b="0" dirty="0">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endParaRPr>
                    </a:p>
                  </a:txBody>
                  <a:tcPr marL="68580" marR="68580" marT="0" marB="0" anchor="ctr"/>
                </a:tc>
                <a:tc gridSpan="2">
                  <a:txBody>
                    <a:bodyPr/>
                    <a:lstStyle/>
                    <a:p>
                      <a:pPr algn="ctr">
                        <a:lnSpc>
                          <a:spcPct val="107000"/>
                        </a:lnSpc>
                        <a:spcAft>
                          <a:spcPts val="800"/>
                        </a:spcAft>
                      </a:pPr>
                      <a:r>
                        <a:rPr lang="ru-RU" sz="1400" dirty="0">
                          <a:solidFill>
                            <a:srgbClr val="000000"/>
                          </a:solidFill>
                          <a:effectLst/>
                          <a:latin typeface="Segoe UI Semilight" panose="020B0402040204020203" pitchFamily="34" charset="0"/>
                          <a:cs typeface="Segoe UI Semilight" panose="020B0402040204020203" pitchFamily="34" charset="0"/>
                        </a:rPr>
                        <a:t>Любое значение, возможно добавление нескольких разделенных </a:t>
                      </a:r>
                      <a:r>
                        <a:rPr lang="en-US" sz="1400" dirty="0">
                          <a:solidFill>
                            <a:srgbClr val="000000"/>
                          </a:solidFill>
                          <a:effectLst/>
                          <a:latin typeface="Segoe UI Semilight" panose="020B0402040204020203" pitchFamily="34" charset="0"/>
                          <a:cs typeface="Segoe UI Semilight" panose="020B0402040204020203" pitchFamily="34" charset="0"/>
                        </a:rPr>
                        <a:t>‘;’</a:t>
                      </a:r>
                      <a:endParaRPr lang="ru-RU" sz="1400" dirty="0">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endParaRPr>
                    </a:p>
                  </a:txBody>
                  <a:tcPr marL="68580" marR="68580" marT="0" marB="0" anchor="ctr"/>
                </a:tc>
                <a:tc hMerge="1">
                  <a:txBody>
                    <a:bodyPr/>
                    <a:lstStyle/>
                    <a:p>
                      <a:pPr algn="ctr">
                        <a:lnSpc>
                          <a:spcPct val="107000"/>
                        </a:lnSpc>
                        <a:spcAft>
                          <a:spcPts val="800"/>
                        </a:spcAft>
                      </a:pPr>
                      <a:r>
                        <a:rPr lang="ru-RU" sz="1400" dirty="0">
                          <a:solidFill>
                            <a:srgbClr val="000000"/>
                          </a:solidFill>
                          <a:effectLst/>
                          <a:latin typeface="Segoe UI Semilight" panose="020B0402040204020203" pitchFamily="34" charset="0"/>
                          <a:cs typeface="Segoe UI Semilight" panose="020B0402040204020203" pitchFamily="34" charset="0"/>
                        </a:rPr>
                        <a:t>Любое значение, возможно добавление нескольких разделенных </a:t>
                      </a:r>
                      <a:r>
                        <a:rPr lang="en-US" sz="1400" dirty="0">
                          <a:solidFill>
                            <a:srgbClr val="000000"/>
                          </a:solidFill>
                          <a:effectLst/>
                          <a:latin typeface="Segoe UI Semilight" panose="020B0402040204020203" pitchFamily="34" charset="0"/>
                          <a:cs typeface="Segoe UI Semilight" panose="020B0402040204020203" pitchFamily="34" charset="0"/>
                        </a:rPr>
                        <a:t>‘;’</a:t>
                      </a:r>
                      <a:endParaRPr lang="ru-RU" sz="1400" dirty="0">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endParaRPr>
                    </a:p>
                  </a:txBody>
                  <a:tcPr marL="68580" marR="68580" marT="0" marB="0" anchor="ctr"/>
                </a:tc>
                <a:tc>
                  <a:txBody>
                    <a:bodyPr/>
                    <a:lstStyle/>
                    <a:p>
                      <a:pPr algn="ctr">
                        <a:lnSpc>
                          <a:spcPct val="107000"/>
                        </a:lnSpc>
                        <a:spcAft>
                          <a:spcPts val="800"/>
                        </a:spcAft>
                      </a:pPr>
                      <a:r>
                        <a:rPr lang="ru-RU" sz="1400" dirty="0">
                          <a:solidFill>
                            <a:srgbClr val="000000"/>
                          </a:solidFill>
                          <a:effectLst/>
                          <a:latin typeface="Segoe UI Semilight" panose="020B0402040204020203" pitchFamily="34" charset="0"/>
                          <a:cs typeface="Segoe UI Semilight" panose="020B0402040204020203" pitchFamily="34" charset="0"/>
                        </a:rPr>
                        <a:t>Любое значение</a:t>
                      </a:r>
                      <a:endParaRPr lang="ru-RU" sz="1400" dirty="0">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endParaRPr>
                    </a:p>
                  </a:txBody>
                  <a:tcPr marL="68580" marR="68580" marT="0" marB="0" anchor="ctr"/>
                </a:tc>
                <a:tc>
                  <a:txBody>
                    <a:bodyPr/>
                    <a:lstStyle/>
                    <a:p>
                      <a:pPr algn="ctr">
                        <a:lnSpc>
                          <a:spcPct val="107000"/>
                        </a:lnSpc>
                        <a:spcAft>
                          <a:spcPts val="800"/>
                        </a:spcAft>
                      </a:pPr>
                      <a:r>
                        <a:rPr lang="ru-RU" sz="1400" dirty="0">
                          <a:solidFill>
                            <a:srgbClr val="000000"/>
                          </a:solidFill>
                          <a:effectLst/>
                          <a:latin typeface="Segoe UI Semilight" panose="020B0402040204020203" pitchFamily="34" charset="0"/>
                          <a:cs typeface="Segoe UI Semilight" panose="020B0402040204020203" pitchFamily="34" charset="0"/>
                        </a:rPr>
                        <a:t>Любое значение, можно использовать </a:t>
                      </a:r>
                      <a:r>
                        <a:rPr lang="en-US" sz="1400" dirty="0">
                          <a:solidFill>
                            <a:srgbClr val="000000"/>
                          </a:solidFill>
                          <a:effectLst/>
                          <a:latin typeface="Segoe UI Semilight" panose="020B0402040204020203" pitchFamily="34" charset="0"/>
                          <a:cs typeface="Segoe UI Semilight" panose="020B0402040204020203" pitchFamily="34" charset="0"/>
                        </a:rPr>
                        <a:t>markdown </a:t>
                      </a:r>
                      <a:r>
                        <a:rPr lang="ru-RU" sz="1400" dirty="0">
                          <a:solidFill>
                            <a:srgbClr val="000000"/>
                          </a:solidFill>
                          <a:effectLst/>
                          <a:latin typeface="Segoe UI Semilight" panose="020B0402040204020203" pitchFamily="34" charset="0"/>
                          <a:cs typeface="Segoe UI Semilight" panose="020B0402040204020203" pitchFamily="34" charset="0"/>
                        </a:rPr>
                        <a:t>синтаксис</a:t>
                      </a:r>
                      <a:endParaRPr lang="ru-RU" sz="1400" dirty="0">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endParaRPr>
                    </a:p>
                  </a:txBody>
                  <a:tcPr marL="68580" marR="68580" marT="0" marB="0" anchor="ctr"/>
                </a:tc>
                <a:tc>
                  <a:txBody>
                    <a:bodyPr/>
                    <a:lstStyle/>
                    <a:p>
                      <a:pPr algn="ctr">
                        <a:lnSpc>
                          <a:spcPct val="107000"/>
                        </a:lnSpc>
                        <a:spcAft>
                          <a:spcPts val="800"/>
                        </a:spcAft>
                      </a:pPr>
                      <a:r>
                        <a:rPr lang="en-US" sz="1400" dirty="0">
                          <a:effectLst/>
                          <a:latin typeface="Segoe UI Semilight" panose="020B0402040204020203" pitchFamily="34" charset="0"/>
                          <a:cs typeface="Segoe UI Semilight" panose="020B0402040204020203" pitchFamily="34" charset="0"/>
                        </a:rPr>
                        <a:t>‘free’</a:t>
                      </a:r>
                      <a:r>
                        <a:rPr lang="ru-RU" sz="1400" dirty="0">
                          <a:effectLst/>
                          <a:latin typeface="Segoe UI Semilight" panose="020B0402040204020203" pitchFamily="34" charset="0"/>
                          <a:cs typeface="Segoe UI Semilight" panose="020B0402040204020203" pitchFamily="34" charset="0"/>
                        </a:rPr>
                        <a:t>,</a:t>
                      </a:r>
                      <a:r>
                        <a:rPr lang="en-US" sz="1400" dirty="0">
                          <a:effectLst/>
                          <a:latin typeface="Segoe UI Semilight" panose="020B0402040204020203" pitchFamily="34" charset="0"/>
                          <a:cs typeface="Segoe UI Semilight" panose="020B0402040204020203" pitchFamily="34" charset="0"/>
                        </a:rPr>
                        <a:t> ‘single’</a:t>
                      </a:r>
                      <a:r>
                        <a:rPr lang="ru-RU" sz="1400" dirty="0">
                          <a:effectLst/>
                          <a:latin typeface="Segoe UI Semilight" panose="020B0402040204020203" pitchFamily="34" charset="0"/>
                          <a:cs typeface="Segoe UI Semilight" panose="020B0402040204020203" pitchFamily="34" charset="0"/>
                        </a:rPr>
                        <a:t>,</a:t>
                      </a:r>
                      <a:r>
                        <a:rPr lang="en-US" sz="1400" dirty="0">
                          <a:effectLst/>
                          <a:latin typeface="Segoe UI Semilight" panose="020B0402040204020203" pitchFamily="34" charset="0"/>
                          <a:cs typeface="Segoe UI Semilight" panose="020B0402040204020203" pitchFamily="34" charset="0"/>
                        </a:rPr>
                        <a:t> ‘multiple’ </a:t>
                      </a:r>
                      <a:r>
                        <a:rPr lang="ru-RU" sz="1400" dirty="0">
                          <a:effectLst/>
                          <a:latin typeface="Segoe UI Semilight" panose="020B0402040204020203" pitchFamily="34" charset="0"/>
                          <a:cs typeface="Segoe UI Semilight" panose="020B0402040204020203" pitchFamily="34" charset="0"/>
                        </a:rPr>
                        <a:t>или</a:t>
                      </a:r>
                      <a:r>
                        <a:rPr lang="en-US" sz="1400" dirty="0">
                          <a:effectLst/>
                          <a:latin typeface="Segoe UI Semilight" panose="020B0402040204020203" pitchFamily="34" charset="0"/>
                          <a:cs typeface="Segoe UI Semilight" panose="020B0402040204020203" pitchFamily="34" charset="0"/>
                        </a:rPr>
                        <a:t> ‘match’</a:t>
                      </a:r>
                      <a:endParaRPr lang="ru-RU" sz="1400" dirty="0">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endParaRPr>
                    </a:p>
                  </a:txBody>
                  <a:tcPr marL="68580" marR="68580" marT="0" marB="0" anchor="ctr"/>
                </a:tc>
                <a:tc>
                  <a:txBody>
                    <a:bodyPr/>
                    <a:lstStyle/>
                    <a:p>
                      <a:pPr algn="ctr">
                        <a:lnSpc>
                          <a:spcPct val="107000"/>
                        </a:lnSpc>
                        <a:spcAft>
                          <a:spcPts val="800"/>
                        </a:spcAft>
                      </a:pPr>
                      <a:r>
                        <a:rPr lang="ru-RU" sz="1400" dirty="0">
                          <a:solidFill>
                            <a:srgbClr val="000000"/>
                          </a:solidFill>
                          <a:effectLst/>
                          <a:latin typeface="Segoe UI Semilight" panose="020B0402040204020203" pitchFamily="34" charset="0"/>
                          <a:cs typeface="Segoe UI Semilight" panose="020B0402040204020203" pitchFamily="34" charset="0"/>
                        </a:rPr>
                        <a:t>Оставляем пустым для типа </a:t>
                      </a:r>
                      <a:r>
                        <a:rPr lang="en-US" sz="1400" dirty="0">
                          <a:solidFill>
                            <a:srgbClr val="000000"/>
                          </a:solidFill>
                          <a:effectLst/>
                          <a:latin typeface="Segoe UI Semilight" panose="020B0402040204020203" pitchFamily="34" charset="0"/>
                          <a:cs typeface="Segoe UI Semilight" panose="020B0402040204020203" pitchFamily="34" charset="0"/>
                        </a:rPr>
                        <a:t>‘free’ </a:t>
                      </a:r>
                      <a:r>
                        <a:rPr lang="ru-RU" sz="1400" dirty="0">
                          <a:solidFill>
                            <a:srgbClr val="000000"/>
                          </a:solidFill>
                          <a:effectLst/>
                          <a:latin typeface="Segoe UI Semilight" panose="020B0402040204020203" pitchFamily="34" charset="0"/>
                          <a:cs typeface="Segoe UI Semilight" panose="020B0402040204020203" pitchFamily="34" charset="0"/>
                        </a:rPr>
                        <a:t>и вводим значения разделенные </a:t>
                      </a:r>
                      <a:r>
                        <a:rPr lang="en-US" sz="1400" dirty="0">
                          <a:solidFill>
                            <a:srgbClr val="000000"/>
                          </a:solidFill>
                          <a:effectLst/>
                          <a:latin typeface="Segoe UI Semilight" panose="020B0402040204020203" pitchFamily="34" charset="0"/>
                          <a:cs typeface="Segoe UI Semilight" panose="020B0402040204020203" pitchFamily="34" charset="0"/>
                        </a:rPr>
                        <a:t>‘;’ </a:t>
                      </a:r>
                      <a:r>
                        <a:rPr lang="ru-RU" sz="1400" dirty="0">
                          <a:solidFill>
                            <a:srgbClr val="000000"/>
                          </a:solidFill>
                          <a:effectLst/>
                          <a:latin typeface="Segoe UI Semilight" panose="020B0402040204020203" pitchFamily="34" charset="0"/>
                          <a:cs typeface="Segoe UI Semilight" panose="020B0402040204020203" pitchFamily="34" charset="0"/>
                        </a:rPr>
                        <a:t>для остальных типов</a:t>
                      </a:r>
                      <a:endParaRPr lang="ru-RU" sz="1400" dirty="0">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endParaRPr>
                    </a:p>
                  </a:txBody>
                  <a:tcPr marL="68580" marR="68580" marT="0" marB="0" anchor="ctr"/>
                </a:tc>
                <a:tc>
                  <a:txBody>
                    <a:bodyPr/>
                    <a:lstStyle/>
                    <a:p>
                      <a:pPr algn="ctr">
                        <a:lnSpc>
                          <a:spcPct val="107000"/>
                        </a:lnSpc>
                        <a:spcAft>
                          <a:spcPts val="800"/>
                        </a:spcAft>
                      </a:pPr>
                      <a:r>
                        <a:rPr lang="ru-RU" sz="1400" dirty="0">
                          <a:effectLst/>
                          <a:latin typeface="Segoe UI Semilight" panose="020B0402040204020203" pitchFamily="34" charset="0"/>
                          <a:cs typeface="Segoe UI Semilight" panose="020B0402040204020203" pitchFamily="34" charset="0"/>
                        </a:rPr>
                        <a:t>Одно или несколько значений разделенных </a:t>
                      </a:r>
                      <a:r>
                        <a:rPr lang="en-US" sz="1400" dirty="0">
                          <a:effectLst/>
                          <a:latin typeface="Segoe UI Semilight" panose="020B0402040204020203" pitchFamily="34" charset="0"/>
                          <a:cs typeface="Segoe UI Semilight" panose="020B0402040204020203" pitchFamily="34" charset="0"/>
                        </a:rPr>
                        <a:t>‘;’</a:t>
                      </a:r>
                      <a:r>
                        <a:rPr lang="ru-RU" sz="1400" dirty="0">
                          <a:effectLst/>
                          <a:latin typeface="Segoe UI Semilight" panose="020B0402040204020203" pitchFamily="34" charset="0"/>
                          <a:cs typeface="Segoe UI Semilight" panose="020B0402040204020203" pitchFamily="34" charset="0"/>
                        </a:rPr>
                        <a:t>, для типа </a:t>
                      </a:r>
                      <a:r>
                        <a:rPr lang="en-US" sz="1400" dirty="0">
                          <a:effectLst/>
                          <a:latin typeface="Segoe UI Semilight" panose="020B0402040204020203" pitchFamily="34" charset="0"/>
                          <a:cs typeface="Segoe UI Semilight" panose="020B0402040204020203" pitchFamily="34" charset="0"/>
                        </a:rPr>
                        <a:t>‘match’ </a:t>
                      </a:r>
                      <a:r>
                        <a:rPr lang="ru-RU" sz="1400" dirty="0">
                          <a:effectLst/>
                          <a:latin typeface="Segoe UI Semilight" panose="020B0402040204020203" pitchFamily="34" charset="0"/>
                          <a:cs typeface="Segoe UI Semilight" panose="020B0402040204020203" pitchFamily="34" charset="0"/>
                        </a:rPr>
                        <a:t>также важен порядок</a:t>
                      </a:r>
                      <a:endParaRPr lang="ru-RU" sz="1400" dirty="0">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endParaRPr>
                    </a:p>
                  </a:txBody>
                  <a:tcPr marL="68580" marR="68580" marT="0" marB="0" anchor="ctr"/>
                </a:tc>
                <a:extLst>
                  <a:ext uri="{0D108BD9-81ED-4DB2-BD59-A6C34878D82A}">
                    <a16:rowId xmlns:a16="http://schemas.microsoft.com/office/drawing/2014/main" val="2082210845"/>
                  </a:ext>
                </a:extLst>
              </a:tr>
            </a:tbl>
          </a:graphicData>
        </a:graphic>
      </p:graphicFrame>
    </p:spTree>
    <p:extLst>
      <p:ext uri="{BB962C8B-B14F-4D97-AF65-F5344CB8AC3E}">
        <p14:creationId xmlns:p14="http://schemas.microsoft.com/office/powerpoint/2010/main" val="256008186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2"/>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5" y="182305"/>
            <a:ext cx="7315196" cy="621375"/>
          </a:xfrm>
          <a:prstGeom prst="rect">
            <a:avLst/>
          </a:prstGeom>
          <a:ln w="12700">
            <a:miter lim="400000"/>
          </a:ln>
          <a:extLst>
            <a:ext uri="{C572A759-6A51-4108-AA02-DFA0A04FC94B}">
              <ma14:wrappingTextBoxFlag xmlns:ma14="http://schemas.microsoft.com/office/mac/drawingml/2011/main" xmlns="" val="1"/>
            </a:ext>
          </a:extLst>
        </p:spPr>
        <p:txBody>
          <a:bodyPr lIns="26789" tIns="26789" rIns="26789" bIns="26789" anchor="ctr"/>
          <a:lstStyle/>
          <a:p>
            <a:r>
              <a:rPr lang="ru-RU" sz="2400" dirty="0">
                <a:solidFill>
                  <a:srgbClr val="1C4982"/>
                </a:solidFill>
                <a:latin typeface="Segoe UI Semibold" panose="020B0702040204020203" pitchFamily="34" charset="0"/>
                <a:cs typeface="Segoe UI Semibold" panose="020B0702040204020203" pitchFamily="34" charset="0"/>
              </a:rPr>
              <a:t>Архитектура базы данных</a:t>
            </a:r>
            <a:endParaRPr lang="en-US" sz="2400" dirty="0">
              <a:solidFill>
                <a:srgbClr val="1C4982"/>
              </a:solidFill>
              <a:latin typeface="Segoe UI Semibold" panose="020B0702040204020203" pitchFamily="34" charset="0"/>
              <a:cs typeface="Segoe UI Semibold" panose="020B0702040204020203" pitchFamily="34" charset="0"/>
            </a:endParaRPr>
          </a:p>
        </p:txBody>
      </p:sp>
      <p:sp>
        <p:nvSpPr>
          <p:cNvPr id="125"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p:cNvSpPr txBox="1"/>
          <p:nvPr/>
        </p:nvSpPr>
        <p:spPr>
          <a:xfrm>
            <a:off x="460461" y="1042887"/>
            <a:ext cx="8223071" cy="5199358"/>
          </a:xfrm>
          <a:prstGeom prst="rect">
            <a:avLst/>
          </a:prstGeom>
          <a:ln w="12700">
            <a:miter lim="400000"/>
          </a:ln>
          <a:extLst>
            <a:ext uri="{C572A759-6A51-4108-AA02-DFA0A04FC94B}">
              <ma14:wrappingTextBoxFlag xmlns:ma14="http://schemas.microsoft.com/office/mac/drawingml/2011/main" xmlns="" val="1"/>
            </a:ext>
          </a:extLst>
        </p:spPr>
        <p:txBody>
          <a:bodyPr lIns="26789" tIns="26789" rIns="26789" bIns="26789"/>
          <a:lstStyle/>
          <a:p>
            <a:pPr marL="285750" indent="-285750">
              <a:buFont typeface="Arial" panose="020B0604020202020204" pitchFamily="34" charset="0"/>
              <a:buChar char="•"/>
            </a:pPr>
            <a:endParaRPr lang="ru-RU" dirty="0">
              <a:solidFill>
                <a:schemeClr val="accent1">
                  <a:lumMod val="75000"/>
                </a:schemeClr>
              </a:solidFill>
            </a:endParaRPr>
          </a:p>
        </p:txBody>
      </p:sp>
      <p:pic>
        <p:nvPicPr>
          <p:cNvPr id="128" name="Изображение" descr="Изображение"/>
          <p:cNvPicPr>
            <a:picLocks noChangeAspect="1"/>
          </p:cNvPicPr>
          <p:nvPr/>
        </p:nvPicPr>
        <p:blipFill>
          <a:blip r:embed="rId3"/>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10</a:t>
            </a:fld>
            <a:endParaRPr lang="ru-RU" sz="1600" dirty="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dirty="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dirty="0">
                <a:solidFill>
                  <a:schemeClr val="bg1"/>
                </a:solidFill>
                <a:latin typeface="Segoe UI Semilight" panose="020B0402040204020203" pitchFamily="34" charset="0"/>
                <a:cs typeface="Segoe UI Semilight" panose="020B0402040204020203" pitchFamily="34" charset="0"/>
              </a:rPr>
              <a:t>20</a:t>
            </a:r>
            <a:endParaRPr kumimoji="1" lang="ru-RU" sz="1200" dirty="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dirty="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pic>
        <p:nvPicPr>
          <p:cNvPr id="5" name="Рисунок 4">
            <a:extLst>
              <a:ext uri="{FF2B5EF4-FFF2-40B4-BE49-F238E27FC236}">
                <a16:creationId xmlns:a16="http://schemas.microsoft.com/office/drawing/2014/main" id="{2F116B29-5213-4A9B-8663-B41CBB477F02}"/>
              </a:ext>
            </a:extLst>
          </p:cNvPr>
          <p:cNvPicPr>
            <a:picLocks noChangeAspect="1"/>
          </p:cNvPicPr>
          <p:nvPr/>
        </p:nvPicPr>
        <p:blipFill rotWithShape="1">
          <a:blip r:embed="rId4">
            <a:extLst>
              <a:ext uri="{28A0092B-C50C-407E-A947-70E740481C1C}">
                <a14:useLocalDpi xmlns:a14="http://schemas.microsoft.com/office/drawing/2010/main" val="0"/>
              </a:ext>
            </a:extLst>
          </a:blip>
          <a:srcRect t="22381"/>
          <a:stretch/>
        </p:blipFill>
        <p:spPr>
          <a:xfrm>
            <a:off x="1705786" y="937906"/>
            <a:ext cx="5376657" cy="5283929"/>
          </a:xfrm>
          <a:prstGeom prst="rect">
            <a:avLst/>
          </a:prstGeom>
        </p:spPr>
      </p:pic>
    </p:spTree>
    <p:extLst>
      <p:ext uri="{BB962C8B-B14F-4D97-AF65-F5344CB8AC3E}">
        <p14:creationId xmlns:p14="http://schemas.microsoft.com/office/powerpoint/2010/main" val="265457754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2"/>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5" y="153057"/>
            <a:ext cx="7315196" cy="621375"/>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lstStyle/>
          <a:p>
            <a:r>
              <a:rPr lang="ru-RU" sz="2400" dirty="0">
                <a:solidFill>
                  <a:srgbClr val="1C4982"/>
                </a:solidFill>
                <a:latin typeface="Segoe UI Semibold" panose="020B0702040204020203" pitchFamily="34" charset="0"/>
                <a:cs typeface="Segoe UI Semibold" panose="020B0702040204020203" pitchFamily="34" charset="0"/>
              </a:rPr>
              <a:t>Выбор </a:t>
            </a:r>
            <a:r>
              <a:rPr lang="en-US" sz="2400" dirty="0">
                <a:solidFill>
                  <a:srgbClr val="1C4982"/>
                </a:solidFill>
                <a:latin typeface="Segoe UI Semibold" panose="020B0702040204020203" pitchFamily="34" charset="0"/>
                <a:cs typeface="Segoe UI Semibold" panose="020B0702040204020203" pitchFamily="34" charset="0"/>
              </a:rPr>
              <a:t>ORM </a:t>
            </a:r>
            <a:r>
              <a:rPr lang="ru-RU" sz="2400" dirty="0">
                <a:solidFill>
                  <a:srgbClr val="1C4982"/>
                </a:solidFill>
                <a:latin typeface="Segoe UI Semibold" panose="020B0702040204020203" pitchFamily="34" charset="0"/>
                <a:cs typeface="Segoe UI Semibold" panose="020B0702040204020203" pitchFamily="34" charset="0"/>
              </a:rPr>
              <a:t>для взаимодействия с базой данных</a:t>
            </a:r>
            <a:endParaRPr lang="en-US" sz="2400" dirty="0">
              <a:solidFill>
                <a:srgbClr val="1C4982"/>
              </a:solidFill>
              <a:latin typeface="Segoe UI Semibold" panose="020B0702040204020203" pitchFamily="34" charset="0"/>
              <a:cs typeface="Segoe UI Semibold" panose="020B0702040204020203" pitchFamily="34" charset="0"/>
            </a:endParaRPr>
          </a:p>
        </p:txBody>
      </p:sp>
      <p:sp>
        <p:nvSpPr>
          <p:cNvPr id="125"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p:cNvSpPr txBox="1"/>
          <p:nvPr/>
        </p:nvSpPr>
        <p:spPr>
          <a:xfrm>
            <a:off x="460461" y="1042887"/>
            <a:ext cx="8223071" cy="5199358"/>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lstStyle/>
          <a:p>
            <a:pPr marL="285750" indent="-285750">
              <a:buFont typeface="Arial" panose="020B0604020202020204" pitchFamily="34" charset="0"/>
              <a:buChar char="•"/>
            </a:pPr>
            <a:endParaRPr lang="ru-RU">
              <a:solidFill>
                <a:schemeClr val="accent1">
                  <a:lumMod val="75000"/>
                </a:schemeClr>
              </a:solidFill>
            </a:endParaRPr>
          </a:p>
        </p:txBody>
      </p:sp>
      <p:pic>
        <p:nvPicPr>
          <p:cNvPr id="128" name="Изображение" descr="Изображение"/>
          <p:cNvPicPr>
            <a:picLocks noChangeAspect="1"/>
          </p:cNvPicPr>
          <p:nvPr/>
        </p:nvPicPr>
        <p:blipFill>
          <a:blip r:embed="rId3"/>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11</a:t>
            </a:fld>
            <a:endParaRPr lang="ru-RU" sz="160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a:solidFill>
                  <a:schemeClr val="bg1"/>
                </a:solidFill>
                <a:latin typeface="Segoe UI Semilight" panose="020B0402040204020203" pitchFamily="34" charset="0"/>
                <a:cs typeface="Segoe UI Semilight" panose="020B0402040204020203" pitchFamily="34" charset="0"/>
              </a:rPr>
              <a:t>20</a:t>
            </a:r>
            <a:endParaRPr kumimoji="1" lang="ru-RU" sz="120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graphicFrame>
        <p:nvGraphicFramePr>
          <p:cNvPr id="3" name="Таблица 2">
            <a:extLst>
              <a:ext uri="{FF2B5EF4-FFF2-40B4-BE49-F238E27FC236}">
                <a16:creationId xmlns:a16="http://schemas.microsoft.com/office/drawing/2014/main" id="{2CEBC72C-A035-40BD-9B24-7B91F4AB92E0}"/>
              </a:ext>
            </a:extLst>
          </p:cNvPr>
          <p:cNvGraphicFramePr>
            <a:graphicFrameLocks noGrp="1"/>
          </p:cNvGraphicFramePr>
          <p:nvPr>
            <p:extLst>
              <p:ext uri="{D42A27DB-BD31-4B8C-83A1-F6EECF244321}">
                <p14:modId xmlns:p14="http://schemas.microsoft.com/office/powerpoint/2010/main" val="2720317154"/>
              </p:ext>
            </p:extLst>
          </p:nvPr>
        </p:nvGraphicFramePr>
        <p:xfrm>
          <a:off x="460458" y="1034648"/>
          <a:ext cx="8223069" cy="5172630"/>
        </p:xfrm>
        <a:graphic>
          <a:graphicData uri="http://schemas.openxmlformats.org/drawingml/2006/table">
            <a:tbl>
              <a:tblPr firstRow="1" firstCol="1">
                <a:tableStyleId>{125E5076-3810-47DD-B79F-674D7AD40C01}</a:tableStyleId>
              </a:tblPr>
              <a:tblGrid>
                <a:gridCol w="1315605">
                  <a:extLst>
                    <a:ext uri="{9D8B030D-6E8A-4147-A177-3AD203B41FA5}">
                      <a16:colId xmlns:a16="http://schemas.microsoft.com/office/drawing/2014/main" val="2470716982"/>
                    </a:ext>
                  </a:extLst>
                </a:gridCol>
                <a:gridCol w="1151244">
                  <a:extLst>
                    <a:ext uri="{9D8B030D-6E8A-4147-A177-3AD203B41FA5}">
                      <a16:colId xmlns:a16="http://schemas.microsoft.com/office/drawing/2014/main" val="423987281"/>
                    </a:ext>
                  </a:extLst>
                </a:gridCol>
                <a:gridCol w="1151244">
                  <a:extLst>
                    <a:ext uri="{9D8B030D-6E8A-4147-A177-3AD203B41FA5}">
                      <a16:colId xmlns:a16="http://schemas.microsoft.com/office/drawing/2014/main" val="4169165639"/>
                    </a:ext>
                  </a:extLst>
                </a:gridCol>
                <a:gridCol w="1151244">
                  <a:extLst>
                    <a:ext uri="{9D8B030D-6E8A-4147-A177-3AD203B41FA5}">
                      <a16:colId xmlns:a16="http://schemas.microsoft.com/office/drawing/2014/main" val="3885476133"/>
                    </a:ext>
                  </a:extLst>
                </a:gridCol>
                <a:gridCol w="1151244">
                  <a:extLst>
                    <a:ext uri="{9D8B030D-6E8A-4147-A177-3AD203B41FA5}">
                      <a16:colId xmlns:a16="http://schemas.microsoft.com/office/drawing/2014/main" val="1199827578"/>
                    </a:ext>
                  </a:extLst>
                </a:gridCol>
                <a:gridCol w="1151244">
                  <a:extLst>
                    <a:ext uri="{9D8B030D-6E8A-4147-A177-3AD203B41FA5}">
                      <a16:colId xmlns:a16="http://schemas.microsoft.com/office/drawing/2014/main" val="4109540700"/>
                    </a:ext>
                  </a:extLst>
                </a:gridCol>
                <a:gridCol w="1151244">
                  <a:extLst>
                    <a:ext uri="{9D8B030D-6E8A-4147-A177-3AD203B41FA5}">
                      <a16:colId xmlns:a16="http://schemas.microsoft.com/office/drawing/2014/main" val="1399456509"/>
                    </a:ext>
                  </a:extLst>
                </a:gridCol>
              </a:tblGrid>
              <a:tr h="517263">
                <a:tc>
                  <a:txBody>
                    <a:bodyPr/>
                    <a:lstStyle/>
                    <a:p>
                      <a:pPr algn="ctr"/>
                      <a:r>
                        <a:rPr lang="en-US" sz="1400" dirty="0"/>
                        <a:t>ORM</a:t>
                      </a:r>
                      <a:endParaRPr lang="en-US" sz="1400" dirty="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Method</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Return</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Mean</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StdDev</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Error</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dirty="0"/>
                        <a:t>Allocated</a:t>
                      </a:r>
                      <a:endParaRPr lang="en-US" sz="1400" dirty="0">
                        <a:latin typeface="Segoe UI Semilight" panose="020B0402040204020203" pitchFamily="34" charset="0"/>
                        <a:cs typeface="Segoe UI Semilight" panose="020B0402040204020203" pitchFamily="34" charset="0"/>
                      </a:endParaRPr>
                    </a:p>
                  </a:txBody>
                  <a:tcPr marL="32351" marR="32351" marT="16176" marB="16176" anchor="ctr"/>
                </a:tc>
                <a:extLst>
                  <a:ext uri="{0D108BD9-81ED-4DB2-BD59-A6C34878D82A}">
                    <a16:rowId xmlns:a16="http://schemas.microsoft.com/office/drawing/2014/main" val="2201195351"/>
                  </a:ext>
                </a:extLst>
              </a:tr>
              <a:tr h="517263">
                <a:tc>
                  <a:txBody>
                    <a:bodyPr/>
                    <a:lstStyle/>
                    <a:p>
                      <a:pPr algn="ctr"/>
                      <a:r>
                        <a:rPr lang="en-US" sz="1400" dirty="0"/>
                        <a:t>Hand Coded</a:t>
                      </a:r>
                      <a:endParaRPr lang="en-US" sz="1400" dirty="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dirty="0" err="1"/>
                        <a:t>SqlCommand</a:t>
                      </a:r>
                      <a:endParaRPr lang="en-US" sz="1400" dirty="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Post</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a:t>106.58 μ</a:t>
                      </a:r>
                      <a:r>
                        <a:rPr lang="en-US" sz="1400"/>
                        <a:t>s</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a:t>1.191 μ</a:t>
                      </a:r>
                      <a:r>
                        <a:rPr lang="en-US" sz="1400"/>
                        <a:t>s</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a:t>1.801 μ</a:t>
                      </a:r>
                      <a:r>
                        <a:rPr lang="en-US" sz="1400"/>
                        <a:t>s</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7.42 KB</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extLst>
                  <a:ext uri="{0D108BD9-81ED-4DB2-BD59-A6C34878D82A}">
                    <a16:rowId xmlns:a16="http://schemas.microsoft.com/office/drawing/2014/main" val="4163509233"/>
                  </a:ext>
                </a:extLst>
              </a:tr>
              <a:tr h="517263">
                <a:tc>
                  <a:txBody>
                    <a:bodyPr/>
                    <a:lstStyle/>
                    <a:p>
                      <a:pPr algn="ctr"/>
                      <a:r>
                        <a:rPr lang="en-US" sz="1400"/>
                        <a:t>Dapper</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dirty="0"/>
                        <a:t>Query&lt;T&gt;</a:t>
                      </a:r>
                      <a:endParaRPr lang="en-US" sz="1400" dirty="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dirty="0"/>
                        <a:t>Post</a:t>
                      </a:r>
                      <a:endParaRPr lang="en-US" sz="1400" dirty="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dirty="0"/>
                        <a:t>121.57 μ</a:t>
                      </a:r>
                      <a:r>
                        <a:rPr lang="en-US" sz="1400" dirty="0"/>
                        <a:t>s</a:t>
                      </a:r>
                      <a:endParaRPr lang="en-US" sz="1400" dirty="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a:t>1.564 μ</a:t>
                      </a:r>
                      <a:r>
                        <a:rPr lang="en-US" sz="1400"/>
                        <a:t>s</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a:t>2.364 μ</a:t>
                      </a:r>
                      <a:r>
                        <a:rPr lang="en-US" sz="1400"/>
                        <a:t>s</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11.35 KB</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extLst>
                  <a:ext uri="{0D108BD9-81ED-4DB2-BD59-A6C34878D82A}">
                    <a16:rowId xmlns:a16="http://schemas.microsoft.com/office/drawing/2014/main" val="3187462628"/>
                  </a:ext>
                </a:extLst>
              </a:tr>
              <a:tr h="517263">
                <a:tc>
                  <a:txBody>
                    <a:bodyPr/>
                    <a:lstStyle/>
                    <a:p>
                      <a:pPr algn="ctr"/>
                      <a:r>
                        <a:rPr lang="en-US" sz="1400"/>
                        <a:t>Mighty</a:t>
                      </a:r>
                      <a:endParaRPr lang="en-US" sz="1400">
                        <a:latin typeface="Segoe UI Semilight" panose="020B0402040204020203" pitchFamily="34" charset="0"/>
                        <a:cs typeface="Segoe UI Semilight" panose="020B0402040204020203" pitchFamily="34" charset="0"/>
                      </a:endParaRPr>
                    </a:p>
                  </a:txBody>
                  <a:tcPr anchor="ctr"/>
                </a:tc>
                <a:tc>
                  <a:txBody>
                    <a:bodyPr/>
                    <a:lstStyle/>
                    <a:p>
                      <a:pPr algn="ctr"/>
                      <a:r>
                        <a:rPr lang="en-US" sz="1400"/>
                        <a:t>Query&lt;T&gt;</a:t>
                      </a:r>
                      <a:endParaRPr lang="en-US" sz="1400">
                        <a:latin typeface="Segoe UI Semilight" panose="020B0402040204020203" pitchFamily="34" charset="0"/>
                        <a:cs typeface="Segoe UI Semilight" panose="020B0402040204020203" pitchFamily="34" charset="0"/>
                      </a:endParaRPr>
                    </a:p>
                  </a:txBody>
                  <a:tcPr anchor="ctr"/>
                </a:tc>
                <a:tc>
                  <a:txBody>
                    <a:bodyPr/>
                    <a:lstStyle/>
                    <a:p>
                      <a:pPr algn="ctr"/>
                      <a:r>
                        <a:rPr lang="en-US" sz="1400" dirty="0"/>
                        <a:t>Post</a:t>
                      </a:r>
                      <a:endParaRPr lang="en-US" sz="1400" dirty="0">
                        <a:latin typeface="Segoe UI Semilight" panose="020B0402040204020203" pitchFamily="34" charset="0"/>
                        <a:cs typeface="Segoe UI Semilight" panose="020B0402040204020203" pitchFamily="34" charset="0"/>
                      </a:endParaRPr>
                    </a:p>
                  </a:txBody>
                  <a:tcPr anchor="ctr"/>
                </a:tc>
                <a:tc>
                  <a:txBody>
                    <a:bodyPr/>
                    <a:lstStyle/>
                    <a:p>
                      <a:pPr algn="ctr"/>
                      <a:r>
                        <a:rPr lang="el-GR" sz="1400" dirty="0"/>
                        <a:t>125.23 μ</a:t>
                      </a:r>
                      <a:r>
                        <a:rPr lang="en-US" sz="1400" dirty="0"/>
                        <a:t>s</a:t>
                      </a:r>
                      <a:endParaRPr lang="en-US" sz="1400" dirty="0">
                        <a:latin typeface="Segoe UI Semilight" panose="020B0402040204020203" pitchFamily="34" charset="0"/>
                        <a:cs typeface="Segoe UI Semilight" panose="020B0402040204020203" pitchFamily="34" charset="0"/>
                      </a:endParaRPr>
                    </a:p>
                  </a:txBody>
                  <a:tcPr anchor="ctr"/>
                </a:tc>
                <a:tc>
                  <a:txBody>
                    <a:bodyPr/>
                    <a:lstStyle/>
                    <a:p>
                      <a:pPr algn="ctr"/>
                      <a:r>
                        <a:rPr lang="el-GR" sz="1400" dirty="0"/>
                        <a:t>2.932 μ</a:t>
                      </a:r>
                      <a:r>
                        <a:rPr lang="en-US" sz="1400" dirty="0"/>
                        <a:t>s</a:t>
                      </a:r>
                      <a:endParaRPr lang="en-US" sz="1400" dirty="0">
                        <a:latin typeface="Segoe UI Semilight" panose="020B0402040204020203" pitchFamily="34" charset="0"/>
                        <a:cs typeface="Segoe UI Semilight" panose="020B0402040204020203" pitchFamily="34" charset="0"/>
                      </a:endParaRPr>
                    </a:p>
                  </a:txBody>
                  <a:tcPr anchor="ctr"/>
                </a:tc>
                <a:tc>
                  <a:txBody>
                    <a:bodyPr/>
                    <a:lstStyle/>
                    <a:p>
                      <a:pPr algn="ctr"/>
                      <a:r>
                        <a:rPr lang="el-GR" sz="1400"/>
                        <a:t>4.433 μ</a:t>
                      </a:r>
                      <a:r>
                        <a:rPr lang="en-US" sz="1400"/>
                        <a:t>s</a:t>
                      </a:r>
                      <a:endParaRPr lang="en-US" sz="1400">
                        <a:latin typeface="Segoe UI Semilight" panose="020B0402040204020203" pitchFamily="34" charset="0"/>
                        <a:cs typeface="Segoe UI Semilight" panose="020B0402040204020203" pitchFamily="34" charset="0"/>
                      </a:endParaRPr>
                    </a:p>
                  </a:txBody>
                  <a:tcPr anchor="ctr"/>
                </a:tc>
                <a:tc>
                  <a:txBody>
                    <a:bodyPr/>
                    <a:lstStyle/>
                    <a:p>
                      <a:pPr algn="ctr"/>
                      <a:r>
                        <a:rPr lang="en-US" sz="1400" dirty="0"/>
                        <a:t>12.6 KB</a:t>
                      </a:r>
                      <a:endParaRPr lang="ru-RU" sz="1400" dirty="0">
                        <a:latin typeface="Segoe UI Semilight" panose="020B0402040204020203" pitchFamily="34" charset="0"/>
                        <a:cs typeface="Segoe UI Semilight" panose="020B0402040204020203" pitchFamily="34" charset="0"/>
                      </a:endParaRPr>
                    </a:p>
                  </a:txBody>
                  <a:tcPr anchor="ctr"/>
                </a:tc>
                <a:extLst>
                  <a:ext uri="{0D108BD9-81ED-4DB2-BD59-A6C34878D82A}">
                    <a16:rowId xmlns:a16="http://schemas.microsoft.com/office/drawing/2014/main" val="2175422798"/>
                  </a:ext>
                </a:extLst>
              </a:tr>
              <a:tr h="517263">
                <a:tc>
                  <a:txBody>
                    <a:bodyPr/>
                    <a:lstStyle/>
                    <a:p>
                      <a:pPr algn="ctr"/>
                      <a:r>
                        <a:rPr lang="en-US" sz="1400"/>
                        <a:t>LINQ to DB</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Query&lt;T&gt;</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Post</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dirty="0"/>
                        <a:t>125.76 μ</a:t>
                      </a:r>
                      <a:r>
                        <a:rPr lang="en-US" sz="1400" dirty="0"/>
                        <a:t>s</a:t>
                      </a:r>
                      <a:endParaRPr lang="en-US" sz="1400" dirty="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dirty="0"/>
                        <a:t>2.038 μ</a:t>
                      </a:r>
                      <a:r>
                        <a:rPr lang="en-US" sz="1400" dirty="0"/>
                        <a:t>s</a:t>
                      </a:r>
                      <a:endParaRPr lang="en-US" sz="1400" dirty="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dirty="0"/>
                        <a:t>3.081 μ</a:t>
                      </a:r>
                      <a:r>
                        <a:rPr lang="en-US" sz="1400" dirty="0"/>
                        <a:t>s</a:t>
                      </a:r>
                      <a:endParaRPr lang="en-US" sz="1400" dirty="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10.62 KB</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extLst>
                  <a:ext uri="{0D108BD9-81ED-4DB2-BD59-A6C34878D82A}">
                    <a16:rowId xmlns:a16="http://schemas.microsoft.com/office/drawing/2014/main" val="4208146071"/>
                  </a:ext>
                </a:extLst>
              </a:tr>
              <a:tr h="517263">
                <a:tc>
                  <a:txBody>
                    <a:bodyPr/>
                    <a:lstStyle/>
                    <a:p>
                      <a:pPr algn="ctr"/>
                      <a:r>
                        <a:rPr lang="en-US" sz="1400"/>
                        <a:t>PetaPoco</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Fetch&lt;T&gt;</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Post</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a:t>127.48 μ</a:t>
                      </a:r>
                      <a:r>
                        <a:rPr lang="en-US" sz="1400"/>
                        <a:t>s</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dirty="0"/>
                        <a:t>4.283 μ</a:t>
                      </a:r>
                      <a:r>
                        <a:rPr lang="en-US" sz="1400" dirty="0"/>
                        <a:t>s</a:t>
                      </a:r>
                      <a:endParaRPr lang="en-US" sz="1400" dirty="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dirty="0"/>
                        <a:t>6.475 μ</a:t>
                      </a:r>
                      <a:r>
                        <a:rPr lang="en-US" sz="1400" dirty="0"/>
                        <a:t>s</a:t>
                      </a:r>
                      <a:endParaRPr lang="en-US" sz="1400" dirty="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12.18 KB</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extLst>
                  <a:ext uri="{0D108BD9-81ED-4DB2-BD59-A6C34878D82A}">
                    <a16:rowId xmlns:a16="http://schemas.microsoft.com/office/drawing/2014/main" val="3570565728"/>
                  </a:ext>
                </a:extLst>
              </a:tr>
              <a:tr h="517263">
                <a:tc>
                  <a:txBody>
                    <a:bodyPr/>
                    <a:lstStyle/>
                    <a:p>
                      <a:pPr algn="ctr"/>
                      <a:r>
                        <a:rPr lang="en-US" sz="1400"/>
                        <a:t>EF 6</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SqlQuery</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Post</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a:t>171.00 μ</a:t>
                      </a:r>
                      <a:r>
                        <a:rPr lang="en-US" sz="1400"/>
                        <a:t>s</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a:t>1.460 μ</a:t>
                      </a:r>
                      <a:r>
                        <a:rPr lang="en-US" sz="1400"/>
                        <a:t>s</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dirty="0"/>
                        <a:t>2.791 μ</a:t>
                      </a:r>
                      <a:r>
                        <a:rPr lang="en-US" sz="1400" dirty="0"/>
                        <a:t>s</a:t>
                      </a:r>
                      <a:endParaRPr lang="en-US" sz="1400" dirty="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23.67 KB</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extLst>
                  <a:ext uri="{0D108BD9-81ED-4DB2-BD59-A6C34878D82A}">
                    <a16:rowId xmlns:a16="http://schemas.microsoft.com/office/drawing/2014/main" val="3422183664"/>
                  </a:ext>
                </a:extLst>
              </a:tr>
              <a:tr h="517263">
                <a:tc>
                  <a:txBody>
                    <a:bodyPr/>
                    <a:lstStyle/>
                    <a:p>
                      <a:pPr algn="ctr"/>
                      <a:r>
                        <a:rPr lang="en-US" sz="1400"/>
                        <a:t>EF Core</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SqlQuery</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Post</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a:t>268.89 μ</a:t>
                      </a:r>
                      <a:r>
                        <a:rPr lang="en-US" sz="1400"/>
                        <a:t>s</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a:t>19.349 μ</a:t>
                      </a:r>
                      <a:r>
                        <a:rPr lang="en-US" sz="1400"/>
                        <a:t>s</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a:t>32.516 μ</a:t>
                      </a:r>
                      <a:r>
                        <a:rPr lang="en-US" sz="1400"/>
                        <a:t>s</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18.5 KB</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extLst>
                  <a:ext uri="{0D108BD9-81ED-4DB2-BD59-A6C34878D82A}">
                    <a16:rowId xmlns:a16="http://schemas.microsoft.com/office/drawing/2014/main" val="2139864419"/>
                  </a:ext>
                </a:extLst>
              </a:tr>
              <a:tr h="517263">
                <a:tc>
                  <a:txBody>
                    <a:bodyPr/>
                    <a:lstStyle/>
                    <a:p>
                      <a:pPr algn="ctr"/>
                      <a:r>
                        <a:rPr lang="en-US" sz="1400"/>
                        <a:t>NHibernate</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SQL</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Post</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a:t>335.41 μ</a:t>
                      </a:r>
                      <a:r>
                        <a:rPr lang="en-US" sz="1400"/>
                        <a:t>s</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a:t>3.111 μ</a:t>
                      </a:r>
                      <a:r>
                        <a:rPr lang="en-US" sz="1400"/>
                        <a:t>s</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a:t>4.703 μ</a:t>
                      </a:r>
                      <a:r>
                        <a:rPr lang="en-US" sz="1400"/>
                        <a:t>s</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dirty="0"/>
                        <a:t>78.86 KB</a:t>
                      </a:r>
                      <a:endParaRPr lang="en-US" sz="1400" dirty="0">
                        <a:latin typeface="Segoe UI Semilight" panose="020B0402040204020203" pitchFamily="34" charset="0"/>
                        <a:cs typeface="Segoe UI Semilight" panose="020B0402040204020203" pitchFamily="34" charset="0"/>
                      </a:endParaRPr>
                    </a:p>
                  </a:txBody>
                  <a:tcPr marL="32351" marR="32351" marT="16176" marB="16176" anchor="ctr"/>
                </a:tc>
                <a:extLst>
                  <a:ext uri="{0D108BD9-81ED-4DB2-BD59-A6C34878D82A}">
                    <a16:rowId xmlns:a16="http://schemas.microsoft.com/office/drawing/2014/main" val="2341788742"/>
                  </a:ext>
                </a:extLst>
              </a:tr>
              <a:tr h="517263">
                <a:tc>
                  <a:txBody>
                    <a:bodyPr/>
                    <a:lstStyle/>
                    <a:p>
                      <a:pPr algn="ctr"/>
                      <a:r>
                        <a:rPr lang="en-US" sz="1400"/>
                        <a:t>NHibernate</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LINQ</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a:t>Post</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a:t>807.79 μ</a:t>
                      </a:r>
                      <a:r>
                        <a:rPr lang="en-US" sz="1400"/>
                        <a:t>s</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a:t>27.207 μ</a:t>
                      </a:r>
                      <a:r>
                        <a:rPr lang="en-US" sz="1400"/>
                        <a:t>s</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l-GR" sz="1400"/>
                        <a:t>45.719 μ</a:t>
                      </a:r>
                      <a:r>
                        <a:rPr lang="en-US" sz="1400"/>
                        <a:t>s</a:t>
                      </a:r>
                      <a:endParaRPr lang="en-US" sz="1400">
                        <a:latin typeface="Segoe UI Semilight" panose="020B0402040204020203" pitchFamily="34" charset="0"/>
                        <a:cs typeface="Segoe UI Semilight" panose="020B0402040204020203" pitchFamily="34" charset="0"/>
                      </a:endParaRPr>
                    </a:p>
                  </a:txBody>
                  <a:tcPr marL="32351" marR="32351" marT="16176" marB="16176" anchor="ctr"/>
                </a:tc>
                <a:tc>
                  <a:txBody>
                    <a:bodyPr/>
                    <a:lstStyle/>
                    <a:p>
                      <a:pPr algn="ctr"/>
                      <a:r>
                        <a:rPr lang="en-US" sz="1400" dirty="0"/>
                        <a:t>53.65 KB</a:t>
                      </a:r>
                      <a:endParaRPr lang="en-US" sz="1400" dirty="0">
                        <a:latin typeface="Segoe UI Semilight" panose="020B0402040204020203" pitchFamily="34" charset="0"/>
                        <a:cs typeface="Segoe UI Semilight" panose="020B0402040204020203" pitchFamily="34" charset="0"/>
                      </a:endParaRPr>
                    </a:p>
                  </a:txBody>
                  <a:tcPr marL="32351" marR="32351" marT="16176" marB="16176" anchor="ctr"/>
                </a:tc>
                <a:extLst>
                  <a:ext uri="{0D108BD9-81ED-4DB2-BD59-A6C34878D82A}">
                    <a16:rowId xmlns:a16="http://schemas.microsoft.com/office/drawing/2014/main" val="412988319"/>
                  </a:ext>
                </a:extLst>
              </a:tr>
            </a:tbl>
          </a:graphicData>
        </a:graphic>
      </p:graphicFrame>
    </p:spTree>
    <p:extLst>
      <p:ext uri="{BB962C8B-B14F-4D97-AF65-F5344CB8AC3E}">
        <p14:creationId xmlns:p14="http://schemas.microsoft.com/office/powerpoint/2010/main" val="266383107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2"/>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5" y="205499"/>
            <a:ext cx="7315196" cy="621375"/>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lstStyle/>
          <a:p>
            <a:r>
              <a:rPr lang="ru-RU" sz="2400" dirty="0">
                <a:solidFill>
                  <a:srgbClr val="1C4982"/>
                </a:solidFill>
                <a:latin typeface="Segoe UI Semibold" panose="020B0702040204020203" pitchFamily="34" charset="0"/>
                <a:cs typeface="Segoe UI Semibold" panose="020B0702040204020203" pitchFamily="34" charset="0"/>
              </a:rPr>
              <a:t>Архитектура слоя доступа к данным</a:t>
            </a:r>
            <a:endParaRPr lang="en-US" sz="2400" dirty="0">
              <a:solidFill>
                <a:srgbClr val="1C4982"/>
              </a:solidFill>
              <a:latin typeface="Segoe UI Semibold" panose="020B0702040204020203" pitchFamily="34" charset="0"/>
              <a:cs typeface="Segoe UI Semibold" panose="020B0702040204020203" pitchFamily="34" charset="0"/>
            </a:endParaRPr>
          </a:p>
        </p:txBody>
      </p:sp>
      <p:sp>
        <p:nvSpPr>
          <p:cNvPr id="125"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p:cNvSpPr txBox="1"/>
          <p:nvPr/>
        </p:nvSpPr>
        <p:spPr>
          <a:xfrm>
            <a:off x="460461" y="1042887"/>
            <a:ext cx="8223071" cy="5199358"/>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lstStyle/>
          <a:p>
            <a:pPr marL="285750" indent="-285750">
              <a:buFont typeface="Arial" panose="020B0604020202020204" pitchFamily="34" charset="0"/>
              <a:buChar char="•"/>
            </a:pPr>
            <a:endParaRPr lang="ru-RU">
              <a:solidFill>
                <a:schemeClr val="accent1">
                  <a:lumMod val="75000"/>
                </a:schemeClr>
              </a:solidFill>
            </a:endParaRPr>
          </a:p>
        </p:txBody>
      </p:sp>
      <p:pic>
        <p:nvPicPr>
          <p:cNvPr id="128" name="Изображение" descr="Изображение"/>
          <p:cNvPicPr>
            <a:picLocks noChangeAspect="1"/>
          </p:cNvPicPr>
          <p:nvPr/>
        </p:nvPicPr>
        <p:blipFill>
          <a:blip r:embed="rId3"/>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12</a:t>
            </a:fld>
            <a:endParaRPr lang="ru-RU" sz="160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a:solidFill>
                  <a:schemeClr val="bg1"/>
                </a:solidFill>
                <a:latin typeface="Segoe UI Semilight" panose="020B0402040204020203" pitchFamily="34" charset="0"/>
                <a:cs typeface="Segoe UI Semilight" panose="020B0402040204020203" pitchFamily="34" charset="0"/>
              </a:rPr>
              <a:t>20</a:t>
            </a:r>
            <a:endParaRPr kumimoji="1" lang="ru-RU" sz="120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sp>
        <p:nvSpPr>
          <p:cNvPr id="2" name="TextBox 1">
            <a:extLst>
              <a:ext uri="{FF2B5EF4-FFF2-40B4-BE49-F238E27FC236}">
                <a16:creationId xmlns:a16="http://schemas.microsoft.com/office/drawing/2014/main" id="{B8E42C3A-4472-4DA2-8C7C-1798EFD652A9}"/>
              </a:ext>
            </a:extLst>
          </p:cNvPr>
          <p:cNvSpPr txBox="1"/>
          <p:nvPr/>
        </p:nvSpPr>
        <p:spPr>
          <a:xfrm>
            <a:off x="460460" y="1040280"/>
            <a:ext cx="5173276"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285750" marR="0" indent="-285750" algn="ctr"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err="1">
                <a:ln>
                  <a:noFill/>
                </a:ln>
                <a:solidFill>
                  <a:srgbClr val="1C4982"/>
                </a:solidFill>
                <a:effectLst/>
                <a:uFillTx/>
                <a:latin typeface="Segoe UI Semilight" panose="020B0402040204020203" pitchFamily="34" charset="0"/>
                <a:ea typeface="+mj-ea"/>
                <a:cs typeface="Segoe UI Semilight" panose="020B0402040204020203" pitchFamily="34" charset="0"/>
                <a:sym typeface="Helvetica Light"/>
              </a:rPr>
              <a:t>Art.Web.</a:t>
            </a:r>
            <a:r>
              <a:rPr lang="en-US" dirty="0" err="1">
                <a:solidFill>
                  <a:srgbClr val="1C4982"/>
                </a:solidFill>
                <a:latin typeface="Segoe UI Semilight" panose="020B0402040204020203" pitchFamily="34" charset="0"/>
                <a:ea typeface="+mj-ea"/>
                <a:cs typeface="Segoe UI Semilight" panose="020B0402040204020203" pitchFamily="34" charset="0"/>
                <a:sym typeface="Helvetica Light"/>
              </a:rPr>
              <a:t>Persistence</a:t>
            </a:r>
            <a:r>
              <a:rPr kumimoji="0" lang="en-US" b="0" i="0" u="none" strike="noStrike" cap="none" spc="0" normalizeH="0" baseline="0" dirty="0">
                <a:ln>
                  <a:noFill/>
                </a:ln>
                <a:solidFill>
                  <a:srgbClr val="1C4982"/>
                </a:solidFill>
                <a:effectLst/>
                <a:uFillTx/>
                <a:latin typeface="Segoe UI Semilight" panose="020B0402040204020203" pitchFamily="34" charset="0"/>
                <a:ea typeface="+mj-ea"/>
                <a:cs typeface="Segoe UI Semilight" panose="020B0402040204020203" pitchFamily="34" charset="0"/>
                <a:sym typeface="Helvetica Light"/>
              </a:rPr>
              <a:t> type dependencies diagram</a:t>
            </a:r>
            <a:endParaRPr kumimoji="0" lang="ru-RU" b="0" i="0" u="none" strike="noStrike" cap="none" spc="0" normalizeH="0" baseline="0" dirty="0">
              <a:ln>
                <a:noFill/>
              </a:ln>
              <a:solidFill>
                <a:srgbClr val="1C4982"/>
              </a:solidFill>
              <a:effectLst/>
              <a:uFillTx/>
              <a:latin typeface="Segoe UI Semilight" panose="020B0402040204020203" pitchFamily="34" charset="0"/>
              <a:ea typeface="+mj-ea"/>
              <a:cs typeface="Segoe UI Semilight" panose="020B0402040204020203" pitchFamily="34" charset="0"/>
              <a:sym typeface="Helvetica Light"/>
            </a:endParaRPr>
          </a:p>
        </p:txBody>
      </p:sp>
      <p:sp>
        <p:nvSpPr>
          <p:cNvPr id="7" name="TextBox 6">
            <a:extLst>
              <a:ext uri="{FF2B5EF4-FFF2-40B4-BE49-F238E27FC236}">
                <a16:creationId xmlns:a16="http://schemas.microsoft.com/office/drawing/2014/main" id="{A498DB85-ACCB-493D-B9A8-224FF2642694}"/>
              </a:ext>
            </a:extLst>
          </p:cNvPr>
          <p:cNvSpPr txBox="1"/>
          <p:nvPr/>
        </p:nvSpPr>
        <p:spPr>
          <a:xfrm>
            <a:off x="6939464" y="5031657"/>
            <a:ext cx="1744067" cy="1210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ru-RU" b="0" i="0" u="none" strike="noStrike" cap="none" spc="0" normalizeH="0" baseline="0" dirty="0">
                <a:ln>
                  <a:noFill/>
                </a:ln>
                <a:solidFill>
                  <a:srgbClr val="1C4982"/>
                </a:solidFill>
                <a:effectLst/>
                <a:uFillTx/>
                <a:latin typeface="Segoe UI Semilight" panose="020B0402040204020203" pitchFamily="34" charset="0"/>
                <a:ea typeface="+mj-ea"/>
                <a:cs typeface="Segoe UI Semilight" panose="020B0402040204020203" pitchFamily="34" charset="0"/>
                <a:sym typeface="Helvetica Light"/>
              </a:rPr>
              <a:t>Легенда:</a:t>
            </a:r>
          </a:p>
          <a:p>
            <a:pPr marL="0" marR="0" indent="0" defTabSz="584200" rtl="0" fontAlgn="auto" latinLnBrk="0" hangingPunct="0">
              <a:lnSpc>
                <a:spcPct val="100000"/>
              </a:lnSpc>
              <a:spcBef>
                <a:spcPts val="0"/>
              </a:spcBef>
              <a:spcAft>
                <a:spcPts val="0"/>
              </a:spcAft>
              <a:buClrTx/>
              <a:buSzTx/>
              <a:buFontTx/>
              <a:buNone/>
              <a:tabLst/>
            </a:pPr>
            <a:r>
              <a:rPr lang="ru-RU" dirty="0">
                <a:solidFill>
                  <a:srgbClr val="00B050"/>
                </a:solidFill>
                <a:latin typeface="Segoe UI Semilight" panose="020B0402040204020203" pitchFamily="34" charset="0"/>
                <a:ea typeface="+mj-ea"/>
                <a:cs typeface="Segoe UI Semilight" panose="020B0402040204020203" pitchFamily="34" charset="0"/>
                <a:sym typeface="Helvetica Light"/>
              </a:rPr>
              <a:t>- Агрегация</a:t>
            </a:r>
            <a:endParaRPr kumimoji="0" lang="ru-RU" b="0" i="0" u="none" strike="noStrike" cap="none" spc="0" normalizeH="0" baseline="0" dirty="0">
              <a:ln>
                <a:noFill/>
              </a:ln>
              <a:solidFill>
                <a:srgbClr val="00B050"/>
              </a:solidFill>
              <a:effectLst/>
              <a:uFillTx/>
              <a:latin typeface="Segoe UI Semilight" panose="020B0402040204020203" pitchFamily="34" charset="0"/>
              <a:ea typeface="+mj-ea"/>
              <a:cs typeface="Segoe UI Semilight" panose="020B0402040204020203" pitchFamily="34" charset="0"/>
              <a:sym typeface="Helvetica Light"/>
            </a:endParaRPr>
          </a:p>
          <a:p>
            <a:pPr marL="0" marR="0" indent="0" defTabSz="584200" rtl="0" fontAlgn="auto" latinLnBrk="0" hangingPunct="0">
              <a:lnSpc>
                <a:spcPct val="100000"/>
              </a:lnSpc>
              <a:spcBef>
                <a:spcPts val="0"/>
              </a:spcBef>
              <a:spcAft>
                <a:spcPts val="0"/>
              </a:spcAft>
              <a:buClrTx/>
              <a:buSzTx/>
              <a:buFontTx/>
              <a:buNone/>
              <a:tabLst/>
            </a:pPr>
            <a:r>
              <a:rPr lang="ru-RU" dirty="0">
                <a:solidFill>
                  <a:srgbClr val="00B0F0"/>
                </a:solidFill>
                <a:latin typeface="Segoe UI Semilight" panose="020B0402040204020203" pitchFamily="34" charset="0"/>
                <a:ea typeface="+mj-ea"/>
                <a:cs typeface="Segoe UI Semilight" panose="020B0402040204020203" pitchFamily="34" charset="0"/>
                <a:sym typeface="Helvetica Light"/>
              </a:rPr>
              <a:t>- Наследование</a:t>
            </a:r>
            <a:endParaRPr kumimoji="0" lang="ru-RU" b="0" i="0" u="none" strike="noStrike" cap="none" spc="0" normalizeH="0" baseline="0" dirty="0">
              <a:ln>
                <a:noFill/>
              </a:ln>
              <a:solidFill>
                <a:srgbClr val="00B0F0"/>
              </a:solidFill>
              <a:effectLst/>
              <a:uFillTx/>
              <a:latin typeface="Segoe UI Semilight" panose="020B0402040204020203" pitchFamily="34" charset="0"/>
              <a:ea typeface="+mj-ea"/>
              <a:cs typeface="Segoe UI Semilight" panose="020B0402040204020203" pitchFamily="34" charset="0"/>
              <a:sym typeface="Helvetica Light"/>
            </a:endParaRPr>
          </a:p>
          <a:p>
            <a:pPr marR="0" defTabSz="584200" rtl="0" fontAlgn="auto" latinLnBrk="0" hangingPunct="0">
              <a:lnSpc>
                <a:spcPct val="100000"/>
              </a:lnSpc>
              <a:spcBef>
                <a:spcPts val="0"/>
              </a:spcBef>
              <a:spcAft>
                <a:spcPts val="0"/>
              </a:spcAft>
              <a:buClrTx/>
              <a:buSzTx/>
              <a:tabLst/>
            </a:pPr>
            <a:r>
              <a:rPr kumimoji="0" lang="ru-RU" b="0" i="0" u="none" strike="noStrike" cap="none" spc="0" normalizeH="0" baseline="0" dirty="0">
                <a:ln>
                  <a:noFill/>
                </a:ln>
                <a:solidFill>
                  <a:srgbClr val="FFC000"/>
                </a:solidFill>
                <a:effectLst/>
                <a:uFillTx/>
                <a:latin typeface="Segoe UI Semilight" panose="020B0402040204020203" pitchFamily="34" charset="0"/>
                <a:ea typeface="+mj-ea"/>
                <a:cs typeface="Segoe UI Semilight" panose="020B0402040204020203" pitchFamily="34" charset="0"/>
                <a:sym typeface="Helvetica Light"/>
              </a:rPr>
              <a:t>- Инъекция</a:t>
            </a:r>
          </a:p>
        </p:txBody>
      </p:sp>
      <p:pic>
        <p:nvPicPr>
          <p:cNvPr id="9" name="Рисунок 8">
            <a:extLst>
              <a:ext uri="{FF2B5EF4-FFF2-40B4-BE49-F238E27FC236}">
                <a16:creationId xmlns:a16="http://schemas.microsoft.com/office/drawing/2014/main" id="{5F2165D9-8FFB-48D0-96A9-703CB4F8A45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1892" t="10178" r="11715" b="10471"/>
          <a:stretch/>
        </p:blipFill>
        <p:spPr>
          <a:xfrm>
            <a:off x="460460" y="1522773"/>
            <a:ext cx="8223070" cy="3539136"/>
          </a:xfrm>
          <a:prstGeom prst="rect">
            <a:avLst/>
          </a:prstGeom>
        </p:spPr>
      </p:pic>
    </p:spTree>
    <p:extLst>
      <p:ext uri="{BB962C8B-B14F-4D97-AF65-F5344CB8AC3E}">
        <p14:creationId xmlns:p14="http://schemas.microsoft.com/office/powerpoint/2010/main" val="190484578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2"/>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5" y="185203"/>
            <a:ext cx="7315196" cy="621375"/>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lstStyle/>
          <a:p>
            <a:r>
              <a:rPr lang="ru-RU" sz="2400" dirty="0">
                <a:solidFill>
                  <a:srgbClr val="1C4982"/>
                </a:solidFill>
                <a:latin typeface="Segoe UI Semibold" panose="020B0702040204020203" pitchFamily="34" charset="0"/>
                <a:cs typeface="Segoe UI Semibold" panose="020B0702040204020203" pitchFamily="34" charset="0"/>
              </a:rPr>
              <a:t>Архитектура </a:t>
            </a:r>
            <a:r>
              <a:rPr lang="en-US" sz="2400" dirty="0">
                <a:solidFill>
                  <a:srgbClr val="1C4982"/>
                </a:solidFill>
                <a:latin typeface="Segoe UI Semibold" panose="020B0702040204020203" pitchFamily="34" charset="0"/>
                <a:cs typeface="Segoe UI Semibold" panose="020B0702040204020203" pitchFamily="34" charset="0"/>
              </a:rPr>
              <a:t>API</a:t>
            </a:r>
          </a:p>
        </p:txBody>
      </p:sp>
      <p:sp>
        <p:nvSpPr>
          <p:cNvPr id="125"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p:cNvSpPr txBox="1"/>
          <p:nvPr/>
        </p:nvSpPr>
        <p:spPr>
          <a:xfrm>
            <a:off x="460461" y="1042887"/>
            <a:ext cx="8223071" cy="5199358"/>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lstStyle/>
          <a:p>
            <a:pPr marL="285750" indent="-285750">
              <a:buFont typeface="Arial" panose="020B0604020202020204" pitchFamily="34" charset="0"/>
              <a:buChar char="•"/>
            </a:pPr>
            <a:endParaRPr lang="ru-RU" sz="1600" dirty="0">
              <a:solidFill>
                <a:schemeClr val="accent1">
                  <a:lumMod val="75000"/>
                </a:schemeClr>
              </a:solidFill>
              <a:latin typeface="Segoe UI Semilight" panose="020B0402040204020203" pitchFamily="34" charset="0"/>
              <a:cs typeface="Segoe UI Semilight" panose="020B0402040204020203" pitchFamily="34" charset="0"/>
            </a:endParaRPr>
          </a:p>
        </p:txBody>
      </p:sp>
      <p:pic>
        <p:nvPicPr>
          <p:cNvPr id="128" name="Изображение" descr="Изображение"/>
          <p:cNvPicPr>
            <a:picLocks noChangeAspect="1"/>
          </p:cNvPicPr>
          <p:nvPr/>
        </p:nvPicPr>
        <p:blipFill>
          <a:blip r:embed="rId3"/>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13</a:t>
            </a:fld>
            <a:endParaRPr lang="ru-RU" sz="160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a:solidFill>
                  <a:schemeClr val="bg1"/>
                </a:solidFill>
                <a:latin typeface="Segoe UI Semilight" panose="020B0402040204020203" pitchFamily="34" charset="0"/>
                <a:cs typeface="Segoe UI Semilight" panose="020B0402040204020203" pitchFamily="34" charset="0"/>
              </a:rPr>
              <a:t>20</a:t>
            </a:r>
            <a:endParaRPr kumimoji="1" lang="ru-RU" sz="120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sp>
        <p:nvSpPr>
          <p:cNvPr id="2" name="TextBox 1">
            <a:extLst>
              <a:ext uri="{FF2B5EF4-FFF2-40B4-BE49-F238E27FC236}">
                <a16:creationId xmlns:a16="http://schemas.microsoft.com/office/drawing/2014/main" id="{DCABA6F6-3B72-42F2-9A92-816C1C7AAD92}"/>
              </a:ext>
            </a:extLst>
          </p:cNvPr>
          <p:cNvSpPr txBox="1"/>
          <p:nvPr/>
        </p:nvSpPr>
        <p:spPr>
          <a:xfrm>
            <a:off x="428468" y="1028351"/>
            <a:ext cx="4704237"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285750" marR="0" indent="-285750" algn="ctr"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err="1">
                <a:ln>
                  <a:noFill/>
                </a:ln>
                <a:solidFill>
                  <a:srgbClr val="1C4982"/>
                </a:solidFill>
                <a:effectLst/>
                <a:uFillTx/>
                <a:latin typeface="Segoe UI Semilight" panose="020B0402040204020203" pitchFamily="34" charset="0"/>
                <a:ea typeface="+mj-ea"/>
                <a:cs typeface="Segoe UI Semilight" panose="020B0402040204020203" pitchFamily="34" charset="0"/>
                <a:sym typeface="Helvetica Light"/>
              </a:rPr>
              <a:t>Art.Web.</a:t>
            </a:r>
            <a:r>
              <a:rPr lang="en-US" dirty="0" err="1">
                <a:solidFill>
                  <a:srgbClr val="1C4982"/>
                </a:solidFill>
                <a:latin typeface="Segoe UI Semilight" panose="020B0402040204020203" pitchFamily="34" charset="0"/>
                <a:ea typeface="+mj-ea"/>
                <a:cs typeface="Segoe UI Semilight" panose="020B0402040204020203" pitchFamily="34" charset="0"/>
                <a:sym typeface="Helvetica Light"/>
              </a:rPr>
              <a:t>Server</a:t>
            </a:r>
            <a:r>
              <a:rPr kumimoji="0" lang="en-US" b="0" i="0" u="none" strike="noStrike" cap="none" spc="0" normalizeH="0" baseline="0" dirty="0">
                <a:ln>
                  <a:noFill/>
                </a:ln>
                <a:solidFill>
                  <a:srgbClr val="1C4982"/>
                </a:solidFill>
                <a:effectLst/>
                <a:uFillTx/>
                <a:latin typeface="Segoe UI Semilight" panose="020B0402040204020203" pitchFamily="34" charset="0"/>
                <a:ea typeface="+mj-ea"/>
                <a:cs typeface="Segoe UI Semilight" panose="020B0402040204020203" pitchFamily="34" charset="0"/>
                <a:sym typeface="Helvetica Light"/>
              </a:rPr>
              <a:t> type dependencies diagram</a:t>
            </a:r>
            <a:endParaRPr kumimoji="0" lang="ru-RU" b="0" i="0" u="none" strike="noStrike" cap="none" spc="0" normalizeH="0" baseline="0" dirty="0">
              <a:ln>
                <a:noFill/>
              </a:ln>
              <a:solidFill>
                <a:srgbClr val="1C4982"/>
              </a:solidFill>
              <a:effectLst/>
              <a:uFillTx/>
              <a:latin typeface="Segoe UI Semilight" panose="020B0402040204020203" pitchFamily="34" charset="0"/>
              <a:ea typeface="+mj-ea"/>
              <a:cs typeface="Segoe UI Semilight" panose="020B0402040204020203" pitchFamily="34" charset="0"/>
              <a:sym typeface="Helvetica Light"/>
            </a:endParaRPr>
          </a:p>
        </p:txBody>
      </p:sp>
      <p:pic>
        <p:nvPicPr>
          <p:cNvPr id="6" name="Рисунок 5">
            <a:extLst>
              <a:ext uri="{FF2B5EF4-FFF2-40B4-BE49-F238E27FC236}">
                <a16:creationId xmlns:a16="http://schemas.microsoft.com/office/drawing/2014/main" id="{39852E57-10DA-43D9-9C20-BBC79DEE360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1893" r="11572"/>
          <a:stretch/>
        </p:blipFill>
        <p:spPr>
          <a:xfrm>
            <a:off x="460459" y="1407941"/>
            <a:ext cx="8223071" cy="4541399"/>
          </a:xfrm>
          <a:prstGeom prst="rect">
            <a:avLst/>
          </a:prstGeom>
        </p:spPr>
      </p:pic>
      <p:sp>
        <p:nvSpPr>
          <p:cNvPr id="7" name="TextBox 6">
            <a:extLst>
              <a:ext uri="{FF2B5EF4-FFF2-40B4-BE49-F238E27FC236}">
                <a16:creationId xmlns:a16="http://schemas.microsoft.com/office/drawing/2014/main" id="{81FC680D-08B6-4B6C-A6FD-356D7BDBADFC}"/>
              </a:ext>
            </a:extLst>
          </p:cNvPr>
          <p:cNvSpPr txBox="1"/>
          <p:nvPr/>
        </p:nvSpPr>
        <p:spPr>
          <a:xfrm>
            <a:off x="6939464" y="5031657"/>
            <a:ext cx="1744067" cy="1210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ru-RU" b="0" i="0" u="none" strike="noStrike" cap="none" spc="0" normalizeH="0" baseline="0" dirty="0">
                <a:ln>
                  <a:noFill/>
                </a:ln>
                <a:solidFill>
                  <a:srgbClr val="1C4982"/>
                </a:solidFill>
                <a:effectLst/>
                <a:uFillTx/>
                <a:latin typeface="Segoe UI Semilight" panose="020B0402040204020203" pitchFamily="34" charset="0"/>
                <a:ea typeface="+mj-ea"/>
                <a:cs typeface="Segoe UI Semilight" panose="020B0402040204020203" pitchFamily="34" charset="0"/>
                <a:sym typeface="Helvetica Light"/>
              </a:rPr>
              <a:t>Легенда:</a:t>
            </a:r>
          </a:p>
          <a:p>
            <a:pPr marL="0" marR="0" indent="0" defTabSz="584200" rtl="0" fontAlgn="auto" latinLnBrk="0" hangingPunct="0">
              <a:lnSpc>
                <a:spcPct val="100000"/>
              </a:lnSpc>
              <a:spcBef>
                <a:spcPts val="0"/>
              </a:spcBef>
              <a:spcAft>
                <a:spcPts val="0"/>
              </a:spcAft>
              <a:buClrTx/>
              <a:buSzTx/>
              <a:buFontTx/>
              <a:buNone/>
              <a:tabLst/>
            </a:pPr>
            <a:r>
              <a:rPr lang="ru-RU" dirty="0">
                <a:solidFill>
                  <a:srgbClr val="00B050"/>
                </a:solidFill>
                <a:latin typeface="Segoe UI Semilight" panose="020B0402040204020203" pitchFamily="34" charset="0"/>
                <a:ea typeface="+mj-ea"/>
                <a:cs typeface="Segoe UI Semilight" panose="020B0402040204020203" pitchFamily="34" charset="0"/>
                <a:sym typeface="Helvetica Light"/>
              </a:rPr>
              <a:t>- Агрегация</a:t>
            </a:r>
            <a:endParaRPr kumimoji="0" lang="ru-RU" b="0" i="0" u="none" strike="noStrike" cap="none" spc="0" normalizeH="0" baseline="0" dirty="0">
              <a:ln>
                <a:noFill/>
              </a:ln>
              <a:solidFill>
                <a:srgbClr val="00B050"/>
              </a:solidFill>
              <a:effectLst/>
              <a:uFillTx/>
              <a:latin typeface="Segoe UI Semilight" panose="020B0402040204020203" pitchFamily="34" charset="0"/>
              <a:ea typeface="+mj-ea"/>
              <a:cs typeface="Segoe UI Semilight" panose="020B0402040204020203" pitchFamily="34" charset="0"/>
              <a:sym typeface="Helvetica Light"/>
            </a:endParaRPr>
          </a:p>
          <a:p>
            <a:pPr marL="0" marR="0" indent="0" defTabSz="584200" rtl="0" fontAlgn="auto" latinLnBrk="0" hangingPunct="0">
              <a:lnSpc>
                <a:spcPct val="100000"/>
              </a:lnSpc>
              <a:spcBef>
                <a:spcPts val="0"/>
              </a:spcBef>
              <a:spcAft>
                <a:spcPts val="0"/>
              </a:spcAft>
              <a:buClrTx/>
              <a:buSzTx/>
              <a:buFontTx/>
              <a:buNone/>
              <a:tabLst/>
            </a:pPr>
            <a:r>
              <a:rPr lang="ru-RU" dirty="0">
                <a:solidFill>
                  <a:srgbClr val="00B0F0"/>
                </a:solidFill>
                <a:latin typeface="Segoe UI Semilight" panose="020B0402040204020203" pitchFamily="34" charset="0"/>
                <a:ea typeface="+mj-ea"/>
                <a:cs typeface="Segoe UI Semilight" panose="020B0402040204020203" pitchFamily="34" charset="0"/>
                <a:sym typeface="Helvetica Light"/>
              </a:rPr>
              <a:t>- Наследование</a:t>
            </a:r>
            <a:endParaRPr kumimoji="0" lang="ru-RU" b="0" i="0" u="none" strike="noStrike" cap="none" spc="0" normalizeH="0" baseline="0" dirty="0">
              <a:ln>
                <a:noFill/>
              </a:ln>
              <a:solidFill>
                <a:srgbClr val="00B0F0"/>
              </a:solidFill>
              <a:effectLst/>
              <a:uFillTx/>
              <a:latin typeface="Segoe UI Semilight" panose="020B0402040204020203" pitchFamily="34" charset="0"/>
              <a:ea typeface="+mj-ea"/>
              <a:cs typeface="Segoe UI Semilight" panose="020B0402040204020203" pitchFamily="34" charset="0"/>
              <a:sym typeface="Helvetica Light"/>
            </a:endParaRPr>
          </a:p>
          <a:p>
            <a:pPr marR="0" defTabSz="584200" rtl="0" fontAlgn="auto" latinLnBrk="0" hangingPunct="0">
              <a:lnSpc>
                <a:spcPct val="100000"/>
              </a:lnSpc>
              <a:spcBef>
                <a:spcPts val="0"/>
              </a:spcBef>
              <a:spcAft>
                <a:spcPts val="0"/>
              </a:spcAft>
              <a:buClrTx/>
              <a:buSzTx/>
              <a:tabLst/>
            </a:pPr>
            <a:r>
              <a:rPr kumimoji="0" lang="ru-RU" b="0" i="0" u="none" strike="noStrike" cap="none" spc="0" normalizeH="0" baseline="0" dirty="0">
                <a:ln>
                  <a:noFill/>
                </a:ln>
                <a:solidFill>
                  <a:srgbClr val="FFC000"/>
                </a:solidFill>
                <a:effectLst/>
                <a:uFillTx/>
                <a:latin typeface="Segoe UI Semilight" panose="020B0402040204020203" pitchFamily="34" charset="0"/>
                <a:ea typeface="+mj-ea"/>
                <a:cs typeface="Segoe UI Semilight" panose="020B0402040204020203" pitchFamily="34" charset="0"/>
                <a:sym typeface="Helvetica Light"/>
              </a:rPr>
              <a:t>- Инъекция</a:t>
            </a:r>
          </a:p>
        </p:txBody>
      </p:sp>
    </p:spTree>
    <p:extLst>
      <p:ext uri="{BB962C8B-B14F-4D97-AF65-F5344CB8AC3E}">
        <p14:creationId xmlns:p14="http://schemas.microsoft.com/office/powerpoint/2010/main" val="401979889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C48E3177-026F-4A07-8485-5CE5CA4A6AD2}"/>
              </a:ext>
            </a:extLst>
          </p:cNvPr>
          <p:cNvPicPr>
            <a:picLocks noChangeAspect="1"/>
          </p:cNvPicPr>
          <p:nvPr/>
        </p:nvPicPr>
        <p:blipFill>
          <a:blip r:embed="rId2"/>
          <a:stretch>
            <a:fillRect/>
          </a:stretch>
        </p:blipFill>
        <p:spPr>
          <a:xfrm>
            <a:off x="1619280" y="1030147"/>
            <a:ext cx="4567972" cy="2569484"/>
          </a:xfrm>
          <a:prstGeom prst="rect">
            <a:avLst/>
          </a:prstGeom>
        </p:spPr>
      </p:pic>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3"/>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5" y="185203"/>
            <a:ext cx="7315196" cy="621375"/>
          </a:xfrm>
          <a:prstGeom prst="rect">
            <a:avLst/>
          </a:prstGeom>
          <a:ln w="12700">
            <a:miter lim="400000"/>
          </a:ln>
          <a:extLst>
            <a:ext uri="{C572A759-6A51-4108-AA02-DFA0A04FC94B}">
              <ma14:wrappingTextBoxFlag xmlns:ma14="http://schemas.microsoft.com/office/mac/drawingml/2011/main" xmlns="" val="1"/>
            </a:ext>
          </a:extLst>
        </p:spPr>
        <p:txBody>
          <a:bodyPr lIns="26789" tIns="26789" rIns="26789" bIns="26789" anchor="ctr"/>
          <a:lstStyle/>
          <a:p>
            <a:r>
              <a:rPr lang="ru-RU" sz="2400" dirty="0">
                <a:solidFill>
                  <a:srgbClr val="1C4982"/>
                </a:solidFill>
                <a:latin typeface="Segoe UI Semibold" panose="020B0702040204020203" pitchFamily="34" charset="0"/>
                <a:cs typeface="Segoe UI Semibold" panose="020B0702040204020203" pitchFamily="34" charset="0"/>
              </a:rPr>
              <a:t>Документация </a:t>
            </a:r>
            <a:r>
              <a:rPr lang="en-US" sz="2400" dirty="0">
                <a:solidFill>
                  <a:srgbClr val="1C4982"/>
                </a:solidFill>
                <a:latin typeface="Segoe UI Semibold" panose="020B0702040204020203" pitchFamily="34" charset="0"/>
                <a:cs typeface="Segoe UI Semibold" panose="020B0702040204020203" pitchFamily="34" charset="0"/>
              </a:rPr>
              <a:t>API</a:t>
            </a:r>
            <a:r>
              <a:rPr lang="ru-RU" sz="2400" dirty="0">
                <a:solidFill>
                  <a:srgbClr val="1C4982"/>
                </a:solidFill>
                <a:latin typeface="Segoe UI Semibold" panose="020B0702040204020203" pitchFamily="34" charset="0"/>
                <a:cs typeface="Segoe UI Semibold" panose="020B0702040204020203" pitchFamily="34" charset="0"/>
              </a:rPr>
              <a:t> (</a:t>
            </a:r>
            <a:r>
              <a:rPr lang="en-US" sz="2400" dirty="0">
                <a:solidFill>
                  <a:srgbClr val="1C4982"/>
                </a:solidFill>
                <a:latin typeface="Segoe UI Semibold" panose="020B0702040204020203" pitchFamily="34" charset="0"/>
                <a:cs typeface="Segoe UI Semibold" panose="020B0702040204020203" pitchFamily="34" charset="0"/>
              </a:rPr>
              <a:t>Swagger</a:t>
            </a:r>
            <a:r>
              <a:rPr lang="ru-RU" sz="2400" dirty="0">
                <a:solidFill>
                  <a:srgbClr val="1C4982"/>
                </a:solidFill>
                <a:latin typeface="Segoe UI Semibold" panose="020B0702040204020203" pitchFamily="34" charset="0"/>
                <a:cs typeface="Segoe UI Semibold" panose="020B0702040204020203" pitchFamily="34" charset="0"/>
              </a:rPr>
              <a:t>)</a:t>
            </a:r>
            <a:endParaRPr lang="en-US" sz="2400" dirty="0">
              <a:solidFill>
                <a:srgbClr val="1C4982"/>
              </a:solidFill>
              <a:latin typeface="Segoe UI Semibold" panose="020B0702040204020203" pitchFamily="34" charset="0"/>
              <a:cs typeface="Segoe UI Semibold" panose="020B0702040204020203" pitchFamily="34" charset="0"/>
            </a:endParaRPr>
          </a:p>
        </p:txBody>
      </p:sp>
      <p:sp>
        <p:nvSpPr>
          <p:cNvPr id="125"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p:cNvSpPr txBox="1"/>
          <p:nvPr/>
        </p:nvSpPr>
        <p:spPr>
          <a:xfrm>
            <a:off x="460461" y="1042887"/>
            <a:ext cx="8223071" cy="5199358"/>
          </a:xfrm>
          <a:prstGeom prst="rect">
            <a:avLst/>
          </a:prstGeom>
          <a:ln w="12700">
            <a:miter lim="400000"/>
          </a:ln>
          <a:extLst>
            <a:ext uri="{C572A759-6A51-4108-AA02-DFA0A04FC94B}">
              <ma14:wrappingTextBoxFlag xmlns:ma14="http://schemas.microsoft.com/office/mac/drawingml/2011/main" xmlns="" val="1"/>
            </a:ext>
          </a:extLst>
        </p:spPr>
        <p:txBody>
          <a:bodyPr lIns="26789" tIns="26789" rIns="26789" bIns="26789"/>
          <a:lstStyle/>
          <a:p>
            <a:pPr marL="285750" indent="-285750">
              <a:buFont typeface="Arial" panose="020B0604020202020204" pitchFamily="34" charset="0"/>
              <a:buChar char="•"/>
            </a:pPr>
            <a:endParaRPr lang="ru-RU" sz="1600" dirty="0">
              <a:solidFill>
                <a:schemeClr val="accent1">
                  <a:lumMod val="75000"/>
                </a:schemeClr>
              </a:solidFill>
              <a:latin typeface="Segoe UI Semilight" panose="020B0402040204020203" pitchFamily="34" charset="0"/>
              <a:cs typeface="Segoe UI Semilight" panose="020B0402040204020203" pitchFamily="34" charset="0"/>
            </a:endParaRPr>
          </a:p>
        </p:txBody>
      </p:sp>
      <p:pic>
        <p:nvPicPr>
          <p:cNvPr id="128" name="Изображение" descr="Изображение"/>
          <p:cNvPicPr>
            <a:picLocks noChangeAspect="1"/>
          </p:cNvPicPr>
          <p:nvPr/>
        </p:nvPicPr>
        <p:blipFill>
          <a:blip r:embed="rId4"/>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14</a:t>
            </a:fld>
            <a:endParaRPr lang="ru-RU" sz="160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a:solidFill>
                  <a:schemeClr val="bg1"/>
                </a:solidFill>
                <a:latin typeface="Segoe UI Semilight" panose="020B0402040204020203" pitchFamily="34" charset="0"/>
                <a:cs typeface="Segoe UI Semilight" panose="020B0402040204020203" pitchFamily="34" charset="0"/>
              </a:rPr>
              <a:t>20</a:t>
            </a:r>
            <a:endParaRPr kumimoji="1" lang="ru-RU" sz="120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pic>
        <p:nvPicPr>
          <p:cNvPr id="7" name="Рисунок 6">
            <a:extLst>
              <a:ext uri="{FF2B5EF4-FFF2-40B4-BE49-F238E27FC236}">
                <a16:creationId xmlns:a16="http://schemas.microsoft.com/office/drawing/2014/main" id="{6BE66EBC-B487-45DE-8691-A91E4AD34111}"/>
              </a:ext>
            </a:extLst>
          </p:cNvPr>
          <p:cNvPicPr>
            <a:picLocks noChangeAspect="1"/>
          </p:cNvPicPr>
          <p:nvPr/>
        </p:nvPicPr>
        <p:blipFill>
          <a:blip r:embed="rId5"/>
          <a:stretch>
            <a:fillRect/>
          </a:stretch>
        </p:blipFill>
        <p:spPr>
          <a:xfrm>
            <a:off x="460460" y="3726289"/>
            <a:ext cx="4555961" cy="2562728"/>
          </a:xfrm>
          <a:prstGeom prst="rect">
            <a:avLst/>
          </a:prstGeom>
        </p:spPr>
      </p:pic>
      <p:pic>
        <p:nvPicPr>
          <p:cNvPr id="5" name="Рисунок 4">
            <a:extLst>
              <a:ext uri="{FF2B5EF4-FFF2-40B4-BE49-F238E27FC236}">
                <a16:creationId xmlns:a16="http://schemas.microsoft.com/office/drawing/2014/main" id="{B641F91A-7E6F-4B13-8AB1-5EDD1774BE52}"/>
              </a:ext>
            </a:extLst>
          </p:cNvPr>
          <p:cNvPicPr>
            <a:picLocks noChangeAspect="1"/>
          </p:cNvPicPr>
          <p:nvPr/>
        </p:nvPicPr>
        <p:blipFill>
          <a:blip r:embed="rId6"/>
          <a:stretch>
            <a:fillRect/>
          </a:stretch>
        </p:blipFill>
        <p:spPr>
          <a:xfrm>
            <a:off x="3718787" y="2549987"/>
            <a:ext cx="4540156" cy="2553838"/>
          </a:xfrm>
          <a:prstGeom prst="rect">
            <a:avLst/>
          </a:prstGeom>
        </p:spPr>
      </p:pic>
    </p:spTree>
    <p:extLst>
      <p:ext uri="{BB962C8B-B14F-4D97-AF65-F5344CB8AC3E}">
        <p14:creationId xmlns:p14="http://schemas.microsoft.com/office/powerpoint/2010/main" val="291593043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2"/>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5" y="185203"/>
            <a:ext cx="7315196" cy="621375"/>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lstStyle/>
          <a:p>
            <a:r>
              <a:rPr lang="en-US" sz="2400" dirty="0">
                <a:solidFill>
                  <a:srgbClr val="1C4982"/>
                </a:solidFill>
                <a:latin typeface="Segoe UI Semibold" panose="020B0702040204020203" pitchFamily="34" charset="0"/>
                <a:ea typeface="Calibri" panose="020F0502020204030204" pitchFamily="34" charset="0"/>
                <a:cs typeface="Segoe UI Semibold" panose="020B0702040204020203" pitchFamily="34" charset="0"/>
              </a:rPr>
              <a:t>JWT: </a:t>
            </a:r>
            <a:r>
              <a:rPr lang="ru-RU" sz="2400" dirty="0">
                <a:solidFill>
                  <a:srgbClr val="1C4982"/>
                </a:solidFill>
                <a:latin typeface="Segoe UI Semibold" panose="020B0702040204020203" pitchFamily="34" charset="0"/>
                <a:ea typeface="Calibri" panose="020F0502020204030204" pitchFamily="34" charset="0"/>
                <a:cs typeface="Segoe UI Semibold" panose="020B0702040204020203" pitchFamily="34" charset="0"/>
              </a:rPr>
              <a:t>разграничение доступа к репозиторию</a:t>
            </a:r>
            <a:endParaRPr lang="en-US" sz="2400" dirty="0">
              <a:solidFill>
                <a:srgbClr val="1C4982"/>
              </a:solidFill>
              <a:latin typeface="Segoe UI Semibold" panose="020B0702040204020203" pitchFamily="34" charset="0"/>
              <a:cs typeface="Segoe UI Semibold" panose="020B0702040204020203" pitchFamily="34" charset="0"/>
            </a:endParaRPr>
          </a:p>
        </p:txBody>
      </p:sp>
      <p:sp>
        <p:nvSpPr>
          <p:cNvPr id="125"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p:cNvSpPr txBox="1"/>
          <p:nvPr/>
        </p:nvSpPr>
        <p:spPr>
          <a:xfrm>
            <a:off x="460461" y="1042887"/>
            <a:ext cx="8223071" cy="1501998"/>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lstStyle/>
          <a:p>
            <a:pPr marL="285750" indent="-285750">
              <a:buFont typeface="Arial" panose="020B0604020202020204" pitchFamily="34" charset="0"/>
              <a:buChar char="•"/>
            </a:pPr>
            <a:r>
              <a:rPr lang="ru-RU" sz="1600" dirty="0">
                <a:solidFill>
                  <a:schemeClr val="accent1">
                    <a:lumMod val="75000"/>
                  </a:schemeClr>
                </a:solidFill>
                <a:latin typeface="Segoe UI Semilight" panose="020B0402040204020203" pitchFamily="34" charset="0"/>
                <a:cs typeface="Segoe UI Semilight" panose="020B0402040204020203" pitchFamily="34" charset="0"/>
              </a:rPr>
              <a:t>Пример получаемого токена:</a:t>
            </a:r>
            <a:endParaRPr lang="en-US" sz="1600" dirty="0">
              <a:solidFill>
                <a:schemeClr val="accent1">
                  <a:lumMod val="75000"/>
                </a:schemeClr>
              </a:solidFill>
              <a:latin typeface="Segoe UI Semilight" panose="020B0402040204020203" pitchFamily="34" charset="0"/>
              <a:cs typeface="Segoe UI Semilight" panose="020B0402040204020203" pitchFamily="34" charset="0"/>
            </a:endParaRPr>
          </a:p>
          <a:p>
            <a:pPr marL="285750" indent="-285750">
              <a:buFont typeface="Arial" panose="020B0604020202020204" pitchFamily="34" charset="0"/>
              <a:buChar char="•"/>
            </a:pPr>
            <a:endParaRPr lang="en-US" sz="1600" dirty="0">
              <a:solidFill>
                <a:schemeClr val="accent1">
                  <a:lumMod val="75000"/>
                </a:schemeClr>
              </a:solidFill>
              <a:latin typeface="Segoe UI Semilight" panose="020B0402040204020203" pitchFamily="34" charset="0"/>
              <a:cs typeface="Segoe UI Semilight" panose="020B0402040204020203" pitchFamily="34" charset="0"/>
            </a:endParaRPr>
          </a:p>
          <a:p>
            <a:pPr marL="285750" indent="-285750">
              <a:buFont typeface="Arial" panose="020B0604020202020204" pitchFamily="34" charset="0"/>
              <a:buChar char="•"/>
            </a:pPr>
            <a:endParaRPr lang="en-US" sz="1600" dirty="0">
              <a:solidFill>
                <a:schemeClr val="accent1">
                  <a:lumMod val="75000"/>
                </a:schemeClr>
              </a:solidFill>
              <a:latin typeface="Segoe UI Semilight" panose="020B0402040204020203" pitchFamily="34" charset="0"/>
              <a:cs typeface="Segoe UI Semilight" panose="020B0402040204020203" pitchFamily="34" charset="0"/>
            </a:endParaRPr>
          </a:p>
          <a:p>
            <a:pPr marL="285750" indent="-285750">
              <a:buFont typeface="Arial" panose="020B0604020202020204" pitchFamily="34" charset="0"/>
              <a:buChar char="•"/>
            </a:pPr>
            <a:endParaRPr lang="en-US" sz="1600" dirty="0">
              <a:solidFill>
                <a:schemeClr val="accent1">
                  <a:lumMod val="75000"/>
                </a:schemeClr>
              </a:solidFill>
              <a:latin typeface="Segoe UI Semilight" panose="020B0402040204020203" pitchFamily="34" charset="0"/>
              <a:cs typeface="Segoe UI Semilight" panose="020B0402040204020203" pitchFamily="34" charset="0"/>
            </a:endParaRPr>
          </a:p>
          <a:p>
            <a:pPr marL="285750" indent="-285750">
              <a:buFont typeface="Arial" panose="020B0604020202020204" pitchFamily="34" charset="0"/>
              <a:buChar char="•"/>
            </a:pPr>
            <a:endParaRPr lang="ru-RU" sz="1600" dirty="0">
              <a:solidFill>
                <a:schemeClr val="accent1">
                  <a:lumMod val="75000"/>
                </a:schemeClr>
              </a:solidFill>
              <a:latin typeface="Segoe UI Semilight" panose="020B0402040204020203" pitchFamily="34" charset="0"/>
              <a:cs typeface="Segoe UI Semilight" panose="020B0402040204020203" pitchFamily="34" charset="0"/>
            </a:endParaRPr>
          </a:p>
          <a:p>
            <a:pPr marL="285750" indent="-285750">
              <a:buFont typeface="Arial" panose="020B0604020202020204" pitchFamily="34" charset="0"/>
              <a:buChar char="•"/>
            </a:pPr>
            <a:endParaRPr lang="en-US" sz="1600" dirty="0">
              <a:solidFill>
                <a:schemeClr val="accent1">
                  <a:lumMod val="75000"/>
                </a:schemeClr>
              </a:solidFill>
              <a:latin typeface="Segoe UI Semilight" panose="020B0402040204020203" pitchFamily="34" charset="0"/>
              <a:cs typeface="Segoe UI Semilight" panose="020B0402040204020203" pitchFamily="34" charset="0"/>
            </a:endParaRPr>
          </a:p>
          <a:p>
            <a:pPr marL="285750" indent="-285750">
              <a:buFont typeface="Arial" panose="020B0604020202020204" pitchFamily="34" charset="0"/>
              <a:buChar char="•"/>
            </a:pPr>
            <a:endParaRPr lang="ru-RU" sz="1600" dirty="0">
              <a:solidFill>
                <a:schemeClr val="accent1">
                  <a:lumMod val="75000"/>
                </a:schemeClr>
              </a:solidFill>
              <a:latin typeface="Segoe UI Semilight" panose="020B0402040204020203" pitchFamily="34" charset="0"/>
              <a:cs typeface="Segoe UI Semilight" panose="020B0402040204020203" pitchFamily="34" charset="0"/>
            </a:endParaRPr>
          </a:p>
          <a:p>
            <a:pPr marL="285750" indent="-285750">
              <a:buFont typeface="Arial" panose="020B0604020202020204" pitchFamily="34" charset="0"/>
              <a:buChar char="•"/>
            </a:pPr>
            <a:r>
              <a:rPr lang="ru-RU" sz="1600" dirty="0">
                <a:solidFill>
                  <a:schemeClr val="accent1">
                    <a:lumMod val="75000"/>
                  </a:schemeClr>
                </a:solidFill>
                <a:latin typeface="Segoe UI Semilight" panose="020B0402040204020203" pitchFamily="34" charset="0"/>
                <a:cs typeface="Segoe UI Semilight" panose="020B0402040204020203" pitchFamily="34" charset="0"/>
              </a:rPr>
              <a:t>После </a:t>
            </a:r>
            <a:r>
              <a:rPr lang="ru-RU" sz="1600" dirty="0" err="1">
                <a:solidFill>
                  <a:schemeClr val="accent1">
                    <a:lumMod val="75000"/>
                  </a:schemeClr>
                </a:solidFill>
                <a:latin typeface="Segoe UI Semilight" panose="020B0402040204020203" pitchFamily="34" charset="0"/>
                <a:cs typeface="Segoe UI Semilight" panose="020B0402040204020203" pitchFamily="34" charset="0"/>
              </a:rPr>
              <a:t>декодинга</a:t>
            </a:r>
            <a:r>
              <a:rPr lang="ru-RU" sz="1600" dirty="0">
                <a:solidFill>
                  <a:schemeClr val="accent1">
                    <a:lumMod val="75000"/>
                  </a:schemeClr>
                </a:solidFill>
                <a:latin typeface="Segoe UI Semilight" panose="020B0402040204020203" pitchFamily="34" charset="0"/>
                <a:cs typeface="Segoe UI Semilight" panose="020B0402040204020203" pitchFamily="34" charset="0"/>
              </a:rPr>
              <a:t>:</a:t>
            </a:r>
          </a:p>
        </p:txBody>
      </p:sp>
      <p:pic>
        <p:nvPicPr>
          <p:cNvPr id="128" name="Изображение" descr="Изображение"/>
          <p:cNvPicPr>
            <a:picLocks noChangeAspect="1"/>
          </p:cNvPicPr>
          <p:nvPr/>
        </p:nvPicPr>
        <p:blipFill>
          <a:blip r:embed="rId3"/>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15</a:t>
            </a:fld>
            <a:endParaRPr lang="ru-RU" sz="160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a:solidFill>
                  <a:schemeClr val="bg1"/>
                </a:solidFill>
                <a:latin typeface="Segoe UI Semilight" panose="020B0402040204020203" pitchFamily="34" charset="0"/>
                <a:cs typeface="Segoe UI Semilight" panose="020B0402040204020203" pitchFamily="34" charset="0"/>
              </a:rPr>
              <a:t>20</a:t>
            </a:r>
            <a:endParaRPr kumimoji="1" lang="ru-RU" sz="120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sp>
        <p:nvSpPr>
          <p:cNvPr id="16" name="TextBox 15">
            <a:extLst>
              <a:ext uri="{FF2B5EF4-FFF2-40B4-BE49-F238E27FC236}">
                <a16:creationId xmlns:a16="http://schemas.microsoft.com/office/drawing/2014/main" id="{D347A4AD-C0BE-4CAD-BCDF-84EA4007B4C2}"/>
              </a:ext>
            </a:extLst>
          </p:cNvPr>
          <p:cNvSpPr txBox="1"/>
          <p:nvPr/>
        </p:nvSpPr>
        <p:spPr>
          <a:xfrm>
            <a:off x="773971" y="3056241"/>
            <a:ext cx="5071652" cy="2893100"/>
          </a:xfrm>
          <a:prstGeom prst="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dirty="0">
                <a:latin typeface="Consolas" panose="020B0609020204030204" pitchFamily="49" charset="0"/>
                <a:cs typeface="Segoe UI Semilight" panose="020B0402040204020203" pitchFamily="34" charset="0"/>
              </a:rPr>
              <a:t>{</a:t>
            </a:r>
          </a:p>
          <a:p>
            <a:r>
              <a:rPr lang="en-US" sz="1400" dirty="0">
                <a:latin typeface="Consolas" panose="020B0609020204030204" pitchFamily="49" charset="0"/>
                <a:cs typeface="Segoe UI Semilight" panose="020B0402040204020203" pitchFamily="34" charset="0"/>
              </a:rPr>
              <a:t>  "</a:t>
            </a:r>
            <a:r>
              <a:rPr lang="en-US" sz="1400" dirty="0" err="1">
                <a:latin typeface="Consolas" panose="020B0609020204030204" pitchFamily="49" charset="0"/>
                <a:cs typeface="Segoe UI Semilight" panose="020B0402040204020203" pitchFamily="34" charset="0"/>
              </a:rPr>
              <a:t>alg</a:t>
            </a:r>
            <a:r>
              <a:rPr lang="en-US" sz="1400" dirty="0">
                <a:latin typeface="Consolas" panose="020B0609020204030204" pitchFamily="49" charset="0"/>
                <a:cs typeface="Segoe UI Semilight" panose="020B0402040204020203" pitchFamily="34" charset="0"/>
              </a:rPr>
              <a:t>" : "HS256",</a:t>
            </a:r>
          </a:p>
          <a:p>
            <a:r>
              <a:rPr lang="en-US" sz="1400" dirty="0">
                <a:latin typeface="Consolas" panose="020B0609020204030204" pitchFamily="49" charset="0"/>
                <a:cs typeface="Segoe UI Semilight" panose="020B0402040204020203" pitchFamily="34" charset="0"/>
              </a:rPr>
              <a:t>  "</a:t>
            </a:r>
            <a:r>
              <a:rPr lang="en-US" sz="1400" dirty="0" err="1">
                <a:latin typeface="Consolas" panose="020B0609020204030204" pitchFamily="49" charset="0"/>
                <a:cs typeface="Segoe UI Semilight" panose="020B0402040204020203" pitchFamily="34" charset="0"/>
              </a:rPr>
              <a:t>typ</a:t>
            </a:r>
            <a:r>
              <a:rPr lang="en-US" sz="1400" dirty="0">
                <a:latin typeface="Consolas" panose="020B0609020204030204" pitchFamily="49" charset="0"/>
                <a:cs typeface="Segoe UI Semilight" panose="020B0402040204020203" pitchFamily="34" charset="0"/>
              </a:rPr>
              <a:t>" : "JWT"</a:t>
            </a:r>
          </a:p>
          <a:p>
            <a:r>
              <a:rPr lang="en-US" sz="1400" dirty="0">
                <a:latin typeface="Consolas" panose="020B0609020204030204" pitchFamily="49" charset="0"/>
                <a:cs typeface="Segoe UI Semilight" panose="020B0402040204020203" pitchFamily="34" charset="0"/>
              </a:rPr>
              <a:t>}</a:t>
            </a:r>
            <a:endParaRPr lang="ru-RU" sz="1400" dirty="0">
              <a:latin typeface="Consolas" panose="020B0609020204030204" pitchFamily="49" charset="0"/>
              <a:cs typeface="Segoe UI Semilight" panose="020B0402040204020203" pitchFamily="34" charset="0"/>
            </a:endParaRPr>
          </a:p>
          <a:p>
            <a:r>
              <a:rPr lang="en-US" sz="1400" dirty="0">
                <a:latin typeface="Consolas" panose="020B0609020204030204" pitchFamily="49" charset="0"/>
                <a:cs typeface="Segoe UI Semilight" panose="020B0402040204020203" pitchFamily="34" charset="0"/>
              </a:rPr>
              <a:t>{</a:t>
            </a:r>
          </a:p>
          <a:p>
            <a:r>
              <a:rPr lang="en-US" sz="1400" dirty="0">
                <a:latin typeface="Consolas" panose="020B0609020204030204" pitchFamily="49" charset="0"/>
                <a:cs typeface="Segoe UI Semilight" panose="020B0402040204020203" pitchFamily="34" charset="0"/>
              </a:rPr>
              <a:t>  "</a:t>
            </a:r>
            <a:r>
              <a:rPr lang="en-US" sz="1400" dirty="0" err="1">
                <a:latin typeface="Consolas" panose="020B0609020204030204" pitchFamily="49" charset="0"/>
                <a:cs typeface="Segoe UI Semilight" panose="020B0402040204020203" pitchFamily="34" charset="0"/>
              </a:rPr>
              <a:t>given_name</a:t>
            </a:r>
            <a:r>
              <a:rPr lang="en-US" sz="1400" dirty="0">
                <a:latin typeface="Consolas" panose="020B0609020204030204" pitchFamily="49" charset="0"/>
                <a:cs typeface="Segoe UI Semilight" panose="020B0402040204020203" pitchFamily="34" charset="0"/>
              </a:rPr>
              <a:t>" : "Administrator",</a:t>
            </a:r>
          </a:p>
          <a:p>
            <a:r>
              <a:rPr lang="en-US" sz="1400" dirty="0">
                <a:latin typeface="Consolas" panose="020B0609020204030204" pitchFamily="49" charset="0"/>
                <a:cs typeface="Segoe UI Semilight" panose="020B0402040204020203" pitchFamily="34" charset="0"/>
              </a:rPr>
              <a:t>  "</a:t>
            </a:r>
            <a:r>
              <a:rPr lang="en-US" sz="1400" dirty="0" err="1">
                <a:latin typeface="Consolas" panose="020B0609020204030204" pitchFamily="49" charset="0"/>
                <a:cs typeface="Segoe UI Semilight" panose="020B0402040204020203" pitchFamily="34" charset="0"/>
              </a:rPr>
              <a:t>jti</a:t>
            </a:r>
            <a:r>
              <a:rPr lang="en-US" sz="1400" dirty="0">
                <a:latin typeface="Consolas" panose="020B0609020204030204" pitchFamily="49" charset="0"/>
                <a:cs typeface="Segoe UI Semilight" panose="020B0402040204020203" pitchFamily="34" charset="0"/>
              </a:rPr>
              <a:t>" : "423f0e49-774a-4ba3-a67f-b55065b1a972",</a:t>
            </a:r>
          </a:p>
          <a:p>
            <a:r>
              <a:rPr lang="en-US" sz="1400" dirty="0">
                <a:latin typeface="Consolas" panose="020B0609020204030204" pitchFamily="49" charset="0"/>
                <a:cs typeface="Segoe UI Semilight" panose="020B0402040204020203" pitchFamily="34" charset="0"/>
              </a:rPr>
              <a:t>  "</a:t>
            </a:r>
            <a:r>
              <a:rPr lang="en-US" sz="1400" dirty="0" err="1">
                <a:latin typeface="Consolas" panose="020B0609020204030204" pitchFamily="49" charset="0"/>
                <a:cs typeface="Segoe UI Semilight" panose="020B0402040204020203" pitchFamily="34" charset="0"/>
              </a:rPr>
              <a:t>nbf</a:t>
            </a:r>
            <a:r>
              <a:rPr lang="en-US" sz="1400" dirty="0">
                <a:latin typeface="Consolas" panose="020B0609020204030204" pitchFamily="49" charset="0"/>
                <a:cs typeface="Segoe UI Semilight" panose="020B0402040204020203" pitchFamily="34" charset="0"/>
              </a:rPr>
              <a:t>" : 1603720443,</a:t>
            </a:r>
          </a:p>
          <a:p>
            <a:r>
              <a:rPr lang="en-US" sz="1400" dirty="0">
                <a:latin typeface="Consolas" panose="020B0609020204030204" pitchFamily="49" charset="0"/>
                <a:cs typeface="Segoe UI Semilight" panose="020B0402040204020203" pitchFamily="34" charset="0"/>
              </a:rPr>
              <a:t>  "exp" : 1603722243,</a:t>
            </a:r>
          </a:p>
          <a:p>
            <a:r>
              <a:rPr lang="en-US" sz="1400" dirty="0">
                <a:latin typeface="Consolas" panose="020B0609020204030204" pitchFamily="49" charset="0"/>
                <a:cs typeface="Segoe UI Semilight" panose="020B0402040204020203" pitchFamily="34" charset="0"/>
              </a:rPr>
              <a:t>  "</a:t>
            </a:r>
            <a:r>
              <a:rPr lang="en-US" sz="1400" dirty="0" err="1">
                <a:latin typeface="Consolas" panose="020B0609020204030204" pitchFamily="49" charset="0"/>
                <a:cs typeface="Segoe UI Semilight" panose="020B0402040204020203" pitchFamily="34" charset="0"/>
              </a:rPr>
              <a:t>iat</a:t>
            </a:r>
            <a:r>
              <a:rPr lang="en-US" sz="1400" dirty="0">
                <a:latin typeface="Consolas" panose="020B0609020204030204" pitchFamily="49" charset="0"/>
                <a:cs typeface="Segoe UI Semilight" panose="020B0402040204020203" pitchFamily="34" charset="0"/>
              </a:rPr>
              <a:t>" : 1603720443,</a:t>
            </a:r>
          </a:p>
          <a:p>
            <a:r>
              <a:rPr lang="en-US" sz="1400" dirty="0">
                <a:latin typeface="Consolas" panose="020B0609020204030204" pitchFamily="49" charset="0"/>
                <a:cs typeface="Segoe UI Semilight" panose="020B0402040204020203" pitchFamily="34" charset="0"/>
              </a:rPr>
              <a:t>  "</a:t>
            </a:r>
            <a:r>
              <a:rPr lang="en-US" sz="1400" dirty="0" err="1">
                <a:latin typeface="Consolas" panose="020B0609020204030204" pitchFamily="49" charset="0"/>
                <a:cs typeface="Segoe UI Semilight" panose="020B0402040204020203" pitchFamily="34" charset="0"/>
              </a:rPr>
              <a:t>iss</a:t>
            </a:r>
            <a:r>
              <a:rPr lang="en-US" sz="1400" dirty="0">
                <a:latin typeface="Consolas" panose="020B0609020204030204" pitchFamily="49" charset="0"/>
                <a:cs typeface="Segoe UI Semilight" panose="020B0402040204020203" pitchFamily="34" charset="0"/>
              </a:rPr>
              <a:t>" : "https://localhost:44398",</a:t>
            </a:r>
          </a:p>
          <a:p>
            <a:r>
              <a:rPr lang="en-US" sz="1400" dirty="0">
                <a:latin typeface="Consolas" panose="020B0609020204030204" pitchFamily="49" charset="0"/>
                <a:cs typeface="Segoe UI Semilight" panose="020B0402040204020203" pitchFamily="34" charset="0"/>
              </a:rPr>
              <a:t>  "</a:t>
            </a:r>
            <a:r>
              <a:rPr lang="en-US" sz="1400" dirty="0" err="1">
                <a:latin typeface="Consolas" panose="020B0609020204030204" pitchFamily="49" charset="0"/>
                <a:cs typeface="Segoe UI Semilight" panose="020B0402040204020203" pitchFamily="34" charset="0"/>
              </a:rPr>
              <a:t>aud</a:t>
            </a:r>
            <a:r>
              <a:rPr lang="en-US" sz="1400" dirty="0">
                <a:latin typeface="Consolas" panose="020B0609020204030204" pitchFamily="49" charset="0"/>
                <a:cs typeface="Segoe UI Semilight" panose="020B0402040204020203" pitchFamily="34" charset="0"/>
              </a:rPr>
              <a:t>" : "https://localhost:44398"</a:t>
            </a:r>
          </a:p>
          <a:p>
            <a:r>
              <a:rPr lang="en-US" sz="1400" dirty="0">
                <a:latin typeface="Consolas" panose="020B0609020204030204" pitchFamily="49" charset="0"/>
                <a:cs typeface="Segoe UI Semilight" panose="020B0402040204020203" pitchFamily="34" charset="0"/>
              </a:rPr>
              <a:t>}</a:t>
            </a:r>
            <a:endParaRPr lang="ru-RU" sz="1400" dirty="0">
              <a:latin typeface="Consolas" panose="020B0609020204030204" pitchFamily="49" charset="0"/>
              <a:cs typeface="Segoe UI Semilight" panose="020B0402040204020203" pitchFamily="34" charset="0"/>
            </a:endParaRPr>
          </a:p>
        </p:txBody>
      </p:sp>
      <p:sp>
        <p:nvSpPr>
          <p:cNvPr id="18" name="TextBox 17">
            <a:extLst>
              <a:ext uri="{FF2B5EF4-FFF2-40B4-BE49-F238E27FC236}">
                <a16:creationId xmlns:a16="http://schemas.microsoft.com/office/drawing/2014/main" id="{14CACC8B-ED31-4703-869E-541559A1A504}"/>
              </a:ext>
            </a:extLst>
          </p:cNvPr>
          <p:cNvSpPr txBox="1"/>
          <p:nvPr/>
        </p:nvSpPr>
        <p:spPr>
          <a:xfrm>
            <a:off x="773972" y="1355163"/>
            <a:ext cx="7909560" cy="1169551"/>
          </a:xfrm>
          <a:prstGeom prst="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dirty="0">
                <a:latin typeface="Consolas" panose="020B0609020204030204" pitchFamily="49" charset="0"/>
                <a:cs typeface="Segoe UI Semilight" panose="020B0402040204020203" pitchFamily="34" charset="0"/>
              </a:rPr>
              <a:t>“eyJhbGciOiJIUzI1NiIsInR5cCI6IkpXVCJ9.eyJnaXZlbl9uYW1lIjoiQWRtaW5pc3RyYXRvciIsImp0aSI6IjQyM2YwZTQ5LTc3NGEtNGJhMy1hNjdmLWI1NTA2NWIxYTk3MiIsIm5iZiI6MTYwMzcyMDQ0MywiZXhwIjoxNjAzNzIyMjQzLCJpYXQiOjE2MDM3MjA0NDMsImlzcyI6Imh0dHBzOi8vbG9jYWxob3N0OjQ0Mzk4IiwiYXVkIjoiaHR0cHM6Ly9sb2NhbGhvc3Q6NDQzOTgifQ.DL9t5qOZvFnA6G1HJOTUOSD5Wr6y_PmjC-OEs0yAEzA”</a:t>
            </a:r>
            <a:endParaRPr lang="ru-RU" sz="1400" dirty="0">
              <a:latin typeface="Consolas" panose="020B0609020204030204" pitchFamily="49" charset="0"/>
              <a:cs typeface="Segoe UI Semilight" panose="020B0402040204020203" pitchFamily="34" charset="0"/>
            </a:endParaRPr>
          </a:p>
        </p:txBody>
      </p:sp>
    </p:spTree>
    <p:extLst>
      <p:ext uri="{BB962C8B-B14F-4D97-AF65-F5344CB8AC3E}">
        <p14:creationId xmlns:p14="http://schemas.microsoft.com/office/powerpoint/2010/main" val="419291528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2082510D-AD2B-4517-B758-D401676995E7}"/>
              </a:ext>
            </a:extLst>
          </p:cNvPr>
          <p:cNvSpPr txBox="1"/>
          <p:nvPr/>
        </p:nvSpPr>
        <p:spPr>
          <a:xfrm>
            <a:off x="445056" y="1037169"/>
            <a:ext cx="7526850"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R="0" defTabSz="584200" rtl="0" fontAlgn="auto" latinLnBrk="0" hangingPunct="0">
              <a:lnSpc>
                <a:spcPct val="100000"/>
              </a:lnSpc>
              <a:spcBef>
                <a:spcPts val="0"/>
              </a:spcBef>
              <a:spcAft>
                <a:spcPts val="0"/>
              </a:spcAft>
              <a:buClrTx/>
              <a:buSzTx/>
              <a:tabLst/>
            </a:pPr>
            <a:r>
              <a:rPr kumimoji="0" lang="ru-RU" sz="1600" b="0" i="0" u="none" strike="noStrike" cap="none" spc="0" normalizeH="0" baseline="0" dirty="0">
                <a:ln>
                  <a:noFill/>
                </a:ln>
                <a:solidFill>
                  <a:srgbClr val="1C4982"/>
                </a:solidFill>
                <a:effectLst/>
                <a:uFillTx/>
                <a:latin typeface="Segoe UI Semilight" panose="020B0402040204020203" pitchFamily="34" charset="0"/>
                <a:ea typeface="+mj-ea"/>
                <a:cs typeface="Segoe UI Semilight" panose="020B0402040204020203" pitchFamily="34" charset="0"/>
                <a:sym typeface="Helvetica Light"/>
              </a:rPr>
              <a:t>Для расчёта редакционного расстояния в </a:t>
            </a:r>
            <a:r>
              <a:rPr lang="ru-RU" sz="1600" dirty="0">
                <a:solidFill>
                  <a:srgbClr val="1C4982"/>
                </a:solidFill>
                <a:latin typeface="Segoe UI Semilight" panose="020B0402040204020203" pitchFamily="34" charset="0"/>
                <a:ea typeface="+mj-ea"/>
                <a:cs typeface="Segoe UI Semilight" panose="020B0402040204020203" pitchFamily="34" charset="0"/>
                <a:sym typeface="Helvetica Light"/>
              </a:rPr>
              <a:t>проекте </a:t>
            </a:r>
            <a:r>
              <a:rPr kumimoji="0" lang="ru-RU" sz="1600" b="0" i="0" u="none" strike="noStrike" cap="none" spc="0" normalizeH="0" baseline="0" dirty="0">
                <a:ln>
                  <a:noFill/>
                </a:ln>
                <a:solidFill>
                  <a:srgbClr val="1C4982"/>
                </a:solidFill>
                <a:effectLst/>
                <a:uFillTx/>
                <a:latin typeface="Segoe UI Semilight" panose="020B0402040204020203" pitchFamily="34" charset="0"/>
                <a:ea typeface="+mj-ea"/>
                <a:cs typeface="Segoe UI Semilight" panose="020B0402040204020203" pitchFamily="34" charset="0"/>
                <a:sym typeface="Helvetica Light"/>
              </a:rPr>
              <a:t>используется алгоритм Вагнера-Фишера, псевдокод которого приведен ниже:</a:t>
            </a:r>
          </a:p>
        </p:txBody>
      </p:sp>
      <p:pic>
        <p:nvPicPr>
          <p:cNvPr id="7" name="Рисунок 6">
            <a:extLst>
              <a:ext uri="{FF2B5EF4-FFF2-40B4-BE49-F238E27FC236}">
                <a16:creationId xmlns:a16="http://schemas.microsoft.com/office/drawing/2014/main" id="{810A97DF-5DB8-4328-A252-C2558A4C2320}"/>
              </a:ext>
            </a:extLst>
          </p:cNvPr>
          <p:cNvPicPr>
            <a:picLocks noChangeAspect="1"/>
          </p:cNvPicPr>
          <p:nvPr/>
        </p:nvPicPr>
        <p:blipFill>
          <a:blip r:embed="rId2"/>
          <a:stretch>
            <a:fillRect/>
          </a:stretch>
        </p:blipFill>
        <p:spPr>
          <a:xfrm>
            <a:off x="500113" y="4299600"/>
            <a:ext cx="4641591" cy="1901829"/>
          </a:xfrm>
          <a:prstGeom prst="rect">
            <a:avLst/>
          </a:prstGeom>
        </p:spPr>
      </p:pic>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3"/>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5" y="192799"/>
            <a:ext cx="7315196" cy="621375"/>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lstStyle/>
          <a:p>
            <a:r>
              <a:rPr lang="ru-RU" sz="2400" dirty="0">
                <a:solidFill>
                  <a:srgbClr val="1C4982"/>
                </a:solidFill>
                <a:latin typeface="Segoe UI Semibold" panose="020B0702040204020203" pitchFamily="34" charset="0"/>
                <a:cs typeface="Segoe UI Semibold" panose="020B0702040204020203" pitchFamily="34" charset="0"/>
              </a:rPr>
              <a:t>Расстояние Левенштейна: поиск дублей</a:t>
            </a:r>
            <a:endParaRPr lang="en-US" sz="2400" dirty="0">
              <a:solidFill>
                <a:srgbClr val="1C4982"/>
              </a:solidFill>
              <a:latin typeface="Segoe UI Semibold" panose="020B0702040204020203" pitchFamily="34" charset="0"/>
              <a:cs typeface="Segoe UI Semibold" panose="020B0702040204020203" pitchFamily="34" charset="0"/>
            </a:endParaRPr>
          </a:p>
        </p:txBody>
      </p:sp>
      <p:sp>
        <p:nvSpPr>
          <p:cNvPr id="125"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p:cNvSpPr txBox="1"/>
          <p:nvPr/>
        </p:nvSpPr>
        <p:spPr>
          <a:xfrm>
            <a:off x="460461" y="1042887"/>
            <a:ext cx="8223071" cy="5199358"/>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lstStyle/>
          <a:p>
            <a:pPr marL="285750" indent="-285750">
              <a:buFont typeface="Arial" panose="020B0604020202020204" pitchFamily="34" charset="0"/>
              <a:buChar char="•"/>
            </a:pPr>
            <a:endParaRPr lang="ru-RU">
              <a:solidFill>
                <a:schemeClr val="accent1">
                  <a:lumMod val="75000"/>
                </a:schemeClr>
              </a:solidFill>
            </a:endParaRPr>
          </a:p>
        </p:txBody>
      </p:sp>
      <p:pic>
        <p:nvPicPr>
          <p:cNvPr id="128" name="Изображение" descr="Изображение"/>
          <p:cNvPicPr>
            <a:picLocks noChangeAspect="1"/>
          </p:cNvPicPr>
          <p:nvPr/>
        </p:nvPicPr>
        <p:blipFill>
          <a:blip r:embed="rId4"/>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16</a:t>
            </a:fld>
            <a:endParaRPr lang="ru-RU" sz="160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a:solidFill>
                  <a:schemeClr val="bg1"/>
                </a:solidFill>
                <a:latin typeface="Segoe UI Semilight" panose="020B0402040204020203" pitchFamily="34" charset="0"/>
                <a:cs typeface="Segoe UI Semilight" panose="020B0402040204020203" pitchFamily="34" charset="0"/>
              </a:rPr>
              <a:t>20</a:t>
            </a:r>
            <a:endParaRPr kumimoji="1" lang="ru-RU" sz="120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sp>
        <p:nvSpPr>
          <p:cNvPr id="3" name="Rectangle 1">
            <a:extLst>
              <a:ext uri="{FF2B5EF4-FFF2-40B4-BE49-F238E27FC236}">
                <a16:creationId xmlns:a16="http://schemas.microsoft.com/office/drawing/2014/main" id="{D0B9FF6F-D513-4B07-8272-817531F80248}"/>
              </a:ext>
            </a:extLst>
          </p:cNvPr>
          <p:cNvSpPr>
            <a:spLocks noChangeArrowheads="1"/>
          </p:cNvSpPr>
          <p:nvPr/>
        </p:nvSpPr>
        <p:spPr bwMode="auto">
          <a:xfrm>
            <a:off x="445054" y="1621944"/>
            <a:ext cx="5914182" cy="2677656"/>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D(0, 0) = 0</a:t>
            </a:r>
            <a:endParaRPr kumimoji="0" lang="en-US" altLang="ru-RU" sz="1400" b="0" i="0" u="none" strike="noStrike" cap="none" normalizeH="0" baseline="0" dirty="0">
              <a:ln>
                <a:noFill/>
              </a:ln>
              <a:effectLst/>
              <a:latin typeface="Consolas" panose="020B0609020204030204" pitchFamily="49" charset="0"/>
              <a:cs typeface="Segoe UI Semibold" panose="020B07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для всех j от 1 до N</a:t>
            </a:r>
            <a:endParaRPr kumimoji="0" lang="en-US" altLang="ru-RU" sz="1400" b="0" i="0" u="none" strike="noStrike" cap="none" normalizeH="0" baseline="0" dirty="0">
              <a:ln>
                <a:noFill/>
              </a:ln>
              <a:effectLst/>
              <a:latin typeface="Consolas" panose="020B0609020204030204" pitchFamily="49" charset="0"/>
              <a:cs typeface="Segoe UI Semibold" panose="020B07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ru-RU" sz="1400" dirty="0">
                <a:latin typeface="Consolas" panose="020B0609020204030204" pitchFamily="49" charset="0"/>
                <a:cs typeface="Segoe UI Semibold" panose="020B0702040204020203" pitchFamily="34" charset="0"/>
              </a:rPr>
              <a:t>    </a:t>
            </a: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D(0, j) = D(0, j - 1) + цена вставки S2[j]</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 </a:t>
            </a:r>
            <a:r>
              <a:rPr kumimoji="0" lang="en-US" altLang="ru-RU" sz="1400" b="0" i="0" u="none" strike="noStrike" cap="none" normalizeH="0" baseline="0" dirty="0">
                <a:ln>
                  <a:noFill/>
                </a:ln>
                <a:effectLst/>
                <a:latin typeface="Consolas" panose="020B0609020204030204" pitchFamily="49" charset="0"/>
                <a:cs typeface="Segoe UI Semibold" panose="020B0702040204020203" pitchFamily="34" charset="0"/>
              </a:rPr>
              <a:t>   </a:t>
            </a: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для всех i от 1 до M</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   </a:t>
            </a:r>
            <a:r>
              <a:rPr kumimoji="0" lang="en-US" altLang="ru-RU" sz="1400" b="0" i="0" u="none" strike="noStrike" cap="none" normalizeH="0" baseline="0" dirty="0">
                <a:ln>
                  <a:noFill/>
                </a:ln>
                <a:effectLst/>
                <a:latin typeface="Consolas" panose="020B0609020204030204" pitchFamily="49" charset="0"/>
                <a:cs typeface="Segoe UI Semibold" panose="020B0702040204020203" pitchFamily="34" charset="0"/>
              </a:rPr>
              <a:t>     </a:t>
            </a: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D(i, 0) = D(i - 1, 0) + цена удаления S1[i]</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   </a:t>
            </a:r>
            <a:r>
              <a:rPr kumimoji="0" lang="en-US" altLang="ru-RU" sz="1400" b="0" i="0" u="none" strike="noStrike" cap="none" normalizeH="0" baseline="0" dirty="0">
                <a:ln>
                  <a:noFill/>
                </a:ln>
                <a:effectLst/>
                <a:latin typeface="Consolas" panose="020B0609020204030204" pitchFamily="49" charset="0"/>
                <a:cs typeface="Segoe UI Semibold" panose="020B0702040204020203" pitchFamily="34" charset="0"/>
              </a:rPr>
              <a:t> </a:t>
            </a: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для всех j от 1 до N</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    </a:t>
            </a:r>
            <a:r>
              <a:rPr kumimoji="0" lang="en-US" altLang="ru-RU" sz="1400" b="0" i="0" u="none" strike="noStrike" cap="none" normalizeH="0" baseline="0" dirty="0">
                <a:ln>
                  <a:noFill/>
                </a:ln>
                <a:effectLst/>
                <a:latin typeface="Consolas" panose="020B0609020204030204" pitchFamily="49" charset="0"/>
                <a:cs typeface="Segoe UI Semibold" panose="020B0702040204020203" pitchFamily="34" charset="0"/>
              </a:rPr>
              <a:t>    </a:t>
            </a: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D(i, j) = </a:t>
            </a:r>
            <a:r>
              <a:rPr kumimoji="0" lang="ru-RU" altLang="ru-RU" sz="1400" b="0" i="0" u="none" strike="noStrike" cap="none" normalizeH="0" baseline="0" dirty="0" err="1">
                <a:ln>
                  <a:noFill/>
                </a:ln>
                <a:effectLst/>
                <a:latin typeface="Consolas" panose="020B0609020204030204" pitchFamily="49" charset="0"/>
                <a:cs typeface="Segoe UI Semibold" panose="020B0702040204020203" pitchFamily="34" charset="0"/>
              </a:rPr>
              <a:t>min</a:t>
            </a: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        </a:t>
            </a:r>
            <a:r>
              <a:rPr kumimoji="0" lang="en-US" altLang="ru-RU" sz="1400" b="0" i="0" u="none" strike="noStrike" cap="none" normalizeH="0" baseline="0" dirty="0">
                <a:ln>
                  <a:noFill/>
                </a:ln>
                <a:effectLst/>
                <a:latin typeface="Consolas" panose="020B0609020204030204" pitchFamily="49" charset="0"/>
                <a:cs typeface="Segoe UI Semibold" panose="020B0702040204020203" pitchFamily="34" charset="0"/>
              </a:rPr>
              <a:t>    </a:t>
            </a: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D(i - 1, j) + цена удаления S1[i],</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        </a:t>
            </a:r>
            <a:r>
              <a:rPr kumimoji="0" lang="en-US" altLang="ru-RU" sz="1400" b="0" i="0" u="none" strike="noStrike" cap="none" normalizeH="0" baseline="0" dirty="0">
                <a:ln>
                  <a:noFill/>
                </a:ln>
                <a:effectLst/>
                <a:latin typeface="Consolas" panose="020B0609020204030204" pitchFamily="49" charset="0"/>
                <a:cs typeface="Segoe UI Semibold" panose="020B0702040204020203" pitchFamily="34" charset="0"/>
              </a:rPr>
              <a:t>    </a:t>
            </a: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D(i, j - 1) + цена вставки S2[j],</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        </a:t>
            </a:r>
            <a:r>
              <a:rPr kumimoji="0" lang="en-US" altLang="ru-RU" sz="1400" b="0" i="0" u="none" strike="noStrike" cap="none" normalizeH="0" baseline="0" dirty="0">
                <a:ln>
                  <a:noFill/>
                </a:ln>
                <a:effectLst/>
                <a:latin typeface="Consolas" panose="020B0609020204030204" pitchFamily="49" charset="0"/>
                <a:cs typeface="Segoe UI Semibold" panose="020B0702040204020203" pitchFamily="34" charset="0"/>
              </a:rPr>
              <a:t>    </a:t>
            </a: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D(i - 1, j - 1) + цена замены S1[i] на S2[j]</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     </a:t>
            </a:r>
            <a:r>
              <a:rPr kumimoji="0" lang="en-US" altLang="ru-RU" sz="1400" b="0" i="0" u="none" strike="noStrike" cap="none" normalizeH="0" baseline="0" dirty="0">
                <a:ln>
                  <a:noFill/>
                </a:ln>
                <a:effectLst/>
                <a:latin typeface="Consolas" panose="020B0609020204030204" pitchFamily="49" charset="0"/>
                <a:cs typeface="Segoe UI Semibold" panose="020B0702040204020203" pitchFamily="34" charset="0"/>
              </a:rPr>
              <a:t>   </a:t>
            </a: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a:t>
            </a:r>
            <a:endParaRPr kumimoji="0" lang="en-US" altLang="ru-RU" sz="1400" b="0" i="0" u="none" strike="noStrike" cap="none" normalizeH="0" baseline="0" dirty="0">
              <a:ln>
                <a:noFill/>
              </a:ln>
              <a:effectLst/>
              <a:latin typeface="Consolas" panose="020B0609020204030204" pitchFamily="49" charset="0"/>
              <a:cs typeface="Segoe UI Semibold" panose="020B07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effectLst/>
                <a:latin typeface="Consolas" panose="020B0609020204030204" pitchFamily="49" charset="0"/>
                <a:cs typeface="Segoe UI Semibold" panose="020B0702040204020203" pitchFamily="34" charset="0"/>
              </a:rPr>
              <a:t>вернуть D(M, N)</a:t>
            </a:r>
          </a:p>
        </p:txBody>
      </p:sp>
    </p:spTree>
    <p:extLst>
      <p:ext uri="{BB962C8B-B14F-4D97-AF65-F5344CB8AC3E}">
        <p14:creationId xmlns:p14="http://schemas.microsoft.com/office/powerpoint/2010/main" val="207982528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E10AD855-16BF-4C3F-A8FC-920B5E476D0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4964" r="15429"/>
          <a:stretch/>
        </p:blipFill>
        <p:spPr>
          <a:xfrm>
            <a:off x="460460" y="1407942"/>
            <a:ext cx="8223070" cy="4896905"/>
          </a:xfrm>
          <a:prstGeom prst="rect">
            <a:avLst/>
          </a:prstGeom>
        </p:spPr>
      </p:pic>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3"/>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5" y="185203"/>
            <a:ext cx="7315196" cy="621375"/>
          </a:xfrm>
          <a:prstGeom prst="rect">
            <a:avLst/>
          </a:prstGeom>
          <a:ln w="12700">
            <a:miter lim="400000"/>
          </a:ln>
          <a:extLst>
            <a:ext uri="{C572A759-6A51-4108-AA02-DFA0A04FC94B}">
              <ma14:wrappingTextBoxFlag xmlns:ma14="http://schemas.microsoft.com/office/mac/drawingml/2011/main" xmlns="" val="1"/>
            </a:ext>
          </a:extLst>
        </p:spPr>
        <p:txBody>
          <a:bodyPr lIns="26789" tIns="26789" rIns="26789" bIns="26789" anchor="ctr"/>
          <a:lstStyle/>
          <a:p>
            <a:r>
              <a:rPr lang="ru-RU" sz="2400" dirty="0">
                <a:solidFill>
                  <a:srgbClr val="1C4982"/>
                </a:solidFill>
                <a:latin typeface="Segoe UI Semibold" panose="020B0702040204020203" pitchFamily="34" charset="0"/>
                <a:cs typeface="Segoe UI Semibold" panose="020B0702040204020203" pitchFamily="34" charset="0"/>
              </a:rPr>
              <a:t>Архитектура веб-интерфейса</a:t>
            </a:r>
            <a:endParaRPr lang="en-US" sz="2400" dirty="0">
              <a:solidFill>
                <a:srgbClr val="1C4982"/>
              </a:solidFill>
              <a:latin typeface="Segoe UI Semibold" panose="020B0702040204020203" pitchFamily="34" charset="0"/>
              <a:cs typeface="Segoe UI Semibold" panose="020B0702040204020203" pitchFamily="34" charset="0"/>
            </a:endParaRPr>
          </a:p>
        </p:txBody>
      </p:sp>
      <p:pic>
        <p:nvPicPr>
          <p:cNvPr id="128" name="Изображение" descr="Изображение"/>
          <p:cNvPicPr>
            <a:picLocks noChangeAspect="1"/>
          </p:cNvPicPr>
          <p:nvPr/>
        </p:nvPicPr>
        <p:blipFill>
          <a:blip r:embed="rId4"/>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17</a:t>
            </a:fld>
            <a:endParaRPr lang="ru-RU" sz="160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a:solidFill>
                  <a:schemeClr val="bg1"/>
                </a:solidFill>
                <a:latin typeface="Segoe UI Semilight" panose="020B0402040204020203" pitchFamily="34" charset="0"/>
                <a:cs typeface="Segoe UI Semilight" panose="020B0402040204020203" pitchFamily="34" charset="0"/>
              </a:rPr>
              <a:t>20</a:t>
            </a:r>
            <a:endParaRPr kumimoji="1" lang="ru-RU" sz="120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sp>
        <p:nvSpPr>
          <p:cNvPr id="6" name="TextBox 5">
            <a:extLst>
              <a:ext uri="{FF2B5EF4-FFF2-40B4-BE49-F238E27FC236}">
                <a16:creationId xmlns:a16="http://schemas.microsoft.com/office/drawing/2014/main" id="{5CBC3EBD-67BA-4963-8862-EA15EE15AC5F}"/>
              </a:ext>
            </a:extLst>
          </p:cNvPr>
          <p:cNvSpPr txBox="1"/>
          <p:nvPr/>
        </p:nvSpPr>
        <p:spPr>
          <a:xfrm>
            <a:off x="460460" y="1015288"/>
            <a:ext cx="4640246"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285750" marR="0" indent="-285750" algn="ctr"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err="1">
                <a:ln>
                  <a:noFill/>
                </a:ln>
                <a:solidFill>
                  <a:srgbClr val="1C4982"/>
                </a:solidFill>
                <a:effectLst/>
                <a:uFillTx/>
                <a:latin typeface="Segoe UI Semilight" panose="020B0402040204020203" pitchFamily="34" charset="0"/>
                <a:ea typeface="+mj-ea"/>
                <a:cs typeface="Segoe UI Semilight" panose="020B0402040204020203" pitchFamily="34" charset="0"/>
                <a:sym typeface="Helvetica Light"/>
              </a:rPr>
              <a:t>Art.Web.Client</a:t>
            </a:r>
            <a:r>
              <a:rPr kumimoji="0" lang="en-US" b="0" i="0" u="none" strike="noStrike" cap="none" spc="0" normalizeH="0" baseline="0" dirty="0">
                <a:ln>
                  <a:noFill/>
                </a:ln>
                <a:solidFill>
                  <a:srgbClr val="1C4982"/>
                </a:solidFill>
                <a:effectLst/>
                <a:uFillTx/>
                <a:latin typeface="Segoe UI Semilight" panose="020B0402040204020203" pitchFamily="34" charset="0"/>
                <a:ea typeface="+mj-ea"/>
                <a:cs typeface="Segoe UI Semilight" panose="020B0402040204020203" pitchFamily="34" charset="0"/>
                <a:sym typeface="Helvetica Light"/>
              </a:rPr>
              <a:t> type dependencies diagram</a:t>
            </a:r>
            <a:endParaRPr kumimoji="0" lang="ru-RU" b="0" i="0" u="none" strike="noStrike" cap="none" spc="0" normalizeH="0" baseline="0" dirty="0">
              <a:ln>
                <a:noFill/>
              </a:ln>
              <a:solidFill>
                <a:srgbClr val="1C4982"/>
              </a:solidFill>
              <a:effectLst/>
              <a:uFillTx/>
              <a:latin typeface="Segoe UI Semilight" panose="020B0402040204020203" pitchFamily="34" charset="0"/>
              <a:ea typeface="+mj-ea"/>
              <a:cs typeface="Segoe UI Semilight" panose="020B0402040204020203" pitchFamily="34" charset="0"/>
              <a:sym typeface="Helvetica Light"/>
            </a:endParaRPr>
          </a:p>
        </p:txBody>
      </p:sp>
      <p:sp>
        <p:nvSpPr>
          <p:cNvPr id="7" name="TextBox 6">
            <a:extLst>
              <a:ext uri="{FF2B5EF4-FFF2-40B4-BE49-F238E27FC236}">
                <a16:creationId xmlns:a16="http://schemas.microsoft.com/office/drawing/2014/main" id="{40F44D9B-8752-43EE-B164-531F70F41E07}"/>
              </a:ext>
            </a:extLst>
          </p:cNvPr>
          <p:cNvSpPr txBox="1"/>
          <p:nvPr/>
        </p:nvSpPr>
        <p:spPr>
          <a:xfrm>
            <a:off x="6939463" y="5094259"/>
            <a:ext cx="1744067" cy="1210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ru-RU" b="0" i="0" u="none" strike="noStrike" cap="none" spc="0" normalizeH="0" baseline="0" dirty="0">
                <a:ln>
                  <a:noFill/>
                </a:ln>
                <a:solidFill>
                  <a:srgbClr val="1C4982"/>
                </a:solidFill>
                <a:effectLst/>
                <a:uFillTx/>
                <a:latin typeface="Segoe UI Semilight" panose="020B0402040204020203" pitchFamily="34" charset="0"/>
                <a:ea typeface="+mj-ea"/>
                <a:cs typeface="Segoe UI Semilight" panose="020B0402040204020203" pitchFamily="34" charset="0"/>
                <a:sym typeface="Helvetica Light"/>
              </a:rPr>
              <a:t>Легенда:</a:t>
            </a:r>
          </a:p>
          <a:p>
            <a:pPr marL="0" marR="0" indent="0" defTabSz="584200" rtl="0" fontAlgn="auto" latinLnBrk="0" hangingPunct="0">
              <a:lnSpc>
                <a:spcPct val="100000"/>
              </a:lnSpc>
              <a:spcBef>
                <a:spcPts val="0"/>
              </a:spcBef>
              <a:spcAft>
                <a:spcPts val="0"/>
              </a:spcAft>
              <a:buClrTx/>
              <a:buSzTx/>
              <a:buFontTx/>
              <a:buNone/>
              <a:tabLst/>
            </a:pPr>
            <a:r>
              <a:rPr lang="ru-RU" dirty="0">
                <a:solidFill>
                  <a:srgbClr val="00B050"/>
                </a:solidFill>
                <a:latin typeface="Segoe UI Semilight" panose="020B0402040204020203" pitchFamily="34" charset="0"/>
                <a:ea typeface="+mj-ea"/>
                <a:cs typeface="Segoe UI Semilight" panose="020B0402040204020203" pitchFamily="34" charset="0"/>
                <a:sym typeface="Helvetica Light"/>
              </a:rPr>
              <a:t>- Агрегация</a:t>
            </a:r>
            <a:endParaRPr kumimoji="0" lang="ru-RU" b="0" i="0" u="none" strike="noStrike" cap="none" spc="0" normalizeH="0" baseline="0" dirty="0">
              <a:ln>
                <a:noFill/>
              </a:ln>
              <a:solidFill>
                <a:srgbClr val="00B050"/>
              </a:solidFill>
              <a:effectLst/>
              <a:uFillTx/>
              <a:latin typeface="Segoe UI Semilight" panose="020B0402040204020203" pitchFamily="34" charset="0"/>
              <a:ea typeface="+mj-ea"/>
              <a:cs typeface="Segoe UI Semilight" panose="020B0402040204020203" pitchFamily="34" charset="0"/>
              <a:sym typeface="Helvetica Light"/>
            </a:endParaRPr>
          </a:p>
          <a:p>
            <a:pPr marL="0" marR="0" indent="0" defTabSz="584200" rtl="0" fontAlgn="auto" latinLnBrk="0" hangingPunct="0">
              <a:lnSpc>
                <a:spcPct val="100000"/>
              </a:lnSpc>
              <a:spcBef>
                <a:spcPts val="0"/>
              </a:spcBef>
              <a:spcAft>
                <a:spcPts val="0"/>
              </a:spcAft>
              <a:buClrTx/>
              <a:buSzTx/>
              <a:buFontTx/>
              <a:buNone/>
              <a:tabLst/>
            </a:pPr>
            <a:r>
              <a:rPr lang="ru-RU" dirty="0">
                <a:solidFill>
                  <a:srgbClr val="00B0F0"/>
                </a:solidFill>
                <a:latin typeface="Segoe UI Semilight" panose="020B0402040204020203" pitchFamily="34" charset="0"/>
                <a:ea typeface="+mj-ea"/>
                <a:cs typeface="Segoe UI Semilight" panose="020B0402040204020203" pitchFamily="34" charset="0"/>
                <a:sym typeface="Helvetica Light"/>
              </a:rPr>
              <a:t>- Наследование</a:t>
            </a:r>
            <a:endParaRPr kumimoji="0" lang="ru-RU" b="0" i="0" u="none" strike="noStrike" cap="none" spc="0" normalizeH="0" baseline="0" dirty="0">
              <a:ln>
                <a:noFill/>
              </a:ln>
              <a:solidFill>
                <a:srgbClr val="00B0F0"/>
              </a:solidFill>
              <a:effectLst/>
              <a:uFillTx/>
              <a:latin typeface="Segoe UI Semilight" panose="020B0402040204020203" pitchFamily="34" charset="0"/>
              <a:ea typeface="+mj-ea"/>
              <a:cs typeface="Segoe UI Semilight" panose="020B0402040204020203" pitchFamily="34" charset="0"/>
              <a:sym typeface="Helvetica Light"/>
            </a:endParaRPr>
          </a:p>
          <a:p>
            <a:pPr marR="0" defTabSz="584200" rtl="0" fontAlgn="auto" latinLnBrk="0" hangingPunct="0">
              <a:lnSpc>
                <a:spcPct val="100000"/>
              </a:lnSpc>
              <a:spcBef>
                <a:spcPts val="0"/>
              </a:spcBef>
              <a:spcAft>
                <a:spcPts val="0"/>
              </a:spcAft>
              <a:buClrTx/>
              <a:buSzTx/>
              <a:tabLst/>
            </a:pPr>
            <a:r>
              <a:rPr kumimoji="0" lang="ru-RU" b="0" i="0" u="none" strike="noStrike" cap="none" spc="0" normalizeH="0" baseline="0" dirty="0">
                <a:ln>
                  <a:noFill/>
                </a:ln>
                <a:solidFill>
                  <a:srgbClr val="FFC000"/>
                </a:solidFill>
                <a:effectLst/>
                <a:uFillTx/>
                <a:latin typeface="Segoe UI Semilight" panose="020B0402040204020203" pitchFamily="34" charset="0"/>
                <a:ea typeface="+mj-ea"/>
                <a:cs typeface="Segoe UI Semilight" panose="020B0402040204020203" pitchFamily="34" charset="0"/>
                <a:sym typeface="Helvetica Light"/>
              </a:rPr>
              <a:t>- Инъекция</a:t>
            </a:r>
          </a:p>
        </p:txBody>
      </p:sp>
    </p:spTree>
    <p:extLst>
      <p:ext uri="{BB962C8B-B14F-4D97-AF65-F5344CB8AC3E}">
        <p14:creationId xmlns:p14="http://schemas.microsoft.com/office/powerpoint/2010/main" val="34812946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2"/>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5" y="185203"/>
            <a:ext cx="7315196" cy="621375"/>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lstStyle/>
          <a:p>
            <a:r>
              <a:rPr lang="en-US" sz="2400" dirty="0">
                <a:solidFill>
                  <a:srgbClr val="1C4982"/>
                </a:solidFill>
                <a:latin typeface="Segoe UI Semibold" panose="020B0702040204020203" pitchFamily="34" charset="0"/>
                <a:cs typeface="Segoe UI Semibold" panose="020B0702040204020203" pitchFamily="34" charset="0"/>
              </a:rPr>
              <a:t>WASM: .NET </a:t>
            </a:r>
            <a:r>
              <a:rPr lang="ru-RU" sz="2400" dirty="0">
                <a:solidFill>
                  <a:srgbClr val="1C4982"/>
                </a:solidFill>
                <a:latin typeface="Segoe UI Semibold" panose="020B0702040204020203" pitchFamily="34" charset="0"/>
                <a:cs typeface="Segoe UI Semibold" panose="020B0702040204020203" pitchFamily="34" charset="0"/>
              </a:rPr>
              <a:t>библиотеки в браузере</a:t>
            </a:r>
            <a:endParaRPr lang="en-US" sz="2400" dirty="0">
              <a:solidFill>
                <a:srgbClr val="1C4982"/>
              </a:solidFill>
              <a:latin typeface="Segoe UI Semibold" panose="020B0702040204020203" pitchFamily="34" charset="0"/>
              <a:cs typeface="Segoe UI Semibold" panose="020B0702040204020203" pitchFamily="34" charset="0"/>
            </a:endParaRPr>
          </a:p>
        </p:txBody>
      </p:sp>
      <p:pic>
        <p:nvPicPr>
          <p:cNvPr id="128" name="Изображение" descr="Изображение"/>
          <p:cNvPicPr>
            <a:picLocks noChangeAspect="1"/>
          </p:cNvPicPr>
          <p:nvPr/>
        </p:nvPicPr>
        <p:blipFill>
          <a:blip r:embed="rId3"/>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18</a:t>
            </a:fld>
            <a:endParaRPr lang="ru-RU" sz="160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a:solidFill>
                  <a:schemeClr val="bg1"/>
                </a:solidFill>
                <a:latin typeface="Segoe UI Semilight" panose="020B0402040204020203" pitchFamily="34" charset="0"/>
                <a:cs typeface="Segoe UI Semilight" panose="020B0402040204020203" pitchFamily="34" charset="0"/>
              </a:rPr>
              <a:t>20</a:t>
            </a:r>
            <a:endParaRPr kumimoji="1" lang="ru-RU" sz="120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sp>
        <p:nvSpPr>
          <p:cNvPr id="5" name="TextBox 4">
            <a:extLst>
              <a:ext uri="{FF2B5EF4-FFF2-40B4-BE49-F238E27FC236}">
                <a16:creationId xmlns:a16="http://schemas.microsoft.com/office/drawing/2014/main" id="{36FE6252-63EA-4440-88E7-6CF6F48BC01E}"/>
              </a:ext>
            </a:extLst>
          </p:cNvPr>
          <p:cNvSpPr txBox="1"/>
          <p:nvPr/>
        </p:nvSpPr>
        <p:spPr>
          <a:xfrm>
            <a:off x="7415042" y="2972304"/>
            <a:ext cx="1268489"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285750" marR="0" indent="-285750" algn="ctr" defTabSz="584200" rtl="0" fontAlgn="auto" latinLnBrk="0" hangingPunct="0">
              <a:lnSpc>
                <a:spcPct val="100000"/>
              </a:lnSpc>
              <a:spcBef>
                <a:spcPts val="0"/>
              </a:spcBef>
              <a:spcAft>
                <a:spcPts val="0"/>
              </a:spcAft>
              <a:buClrTx/>
              <a:buSzTx/>
              <a:buFont typeface="Arial" panose="020B0604020202020204" pitchFamily="34" charset="0"/>
              <a:buChar char="•"/>
              <a:tabLst/>
            </a:pPr>
            <a:r>
              <a:rPr lang="en-US" dirty="0" err="1">
                <a:solidFill>
                  <a:srgbClr val="1C4982"/>
                </a:solidFill>
                <a:latin typeface="Segoe UI Semibold" panose="020B0702040204020203" pitchFamily="34" charset="0"/>
                <a:ea typeface="+mj-ea"/>
                <a:cs typeface="Segoe UI Semibold" panose="020B0702040204020203" pitchFamily="34" charset="0"/>
                <a:sym typeface="Helvetica Light"/>
              </a:rPr>
              <a:t>Markdig</a:t>
            </a:r>
            <a:endParaRPr kumimoji="0" lang="ru-RU" b="0" i="0" u="none" strike="noStrike" cap="none" spc="0" normalizeH="0" baseline="0" dirty="0">
              <a:ln>
                <a:noFill/>
              </a:ln>
              <a:solidFill>
                <a:srgbClr val="1C4982"/>
              </a:solidFill>
              <a:effectLst/>
              <a:uFillTx/>
              <a:latin typeface="Segoe UI Semibold" panose="020B0702040204020203" pitchFamily="34" charset="0"/>
              <a:ea typeface="+mj-ea"/>
              <a:cs typeface="Segoe UI Semibold" panose="020B0702040204020203" pitchFamily="34" charset="0"/>
              <a:sym typeface="Helvetica Light"/>
            </a:endParaRPr>
          </a:p>
        </p:txBody>
      </p:sp>
      <p:pic>
        <p:nvPicPr>
          <p:cNvPr id="6" name="Рисунок 5">
            <a:extLst>
              <a:ext uri="{FF2B5EF4-FFF2-40B4-BE49-F238E27FC236}">
                <a16:creationId xmlns:a16="http://schemas.microsoft.com/office/drawing/2014/main" id="{123E0F19-D0B2-4256-9759-5437FAFA37A7}"/>
              </a:ext>
            </a:extLst>
          </p:cNvPr>
          <p:cNvPicPr>
            <a:picLocks noChangeAspect="1"/>
          </p:cNvPicPr>
          <p:nvPr/>
        </p:nvPicPr>
        <p:blipFill>
          <a:blip r:embed="rId4"/>
          <a:stretch>
            <a:fillRect/>
          </a:stretch>
        </p:blipFill>
        <p:spPr>
          <a:xfrm>
            <a:off x="460460" y="1431265"/>
            <a:ext cx="4651918" cy="2616704"/>
          </a:xfrm>
          <a:prstGeom prst="rect">
            <a:avLst/>
          </a:prstGeom>
        </p:spPr>
      </p:pic>
      <p:sp>
        <p:nvSpPr>
          <p:cNvPr id="7" name="TextBox 6">
            <a:extLst>
              <a:ext uri="{FF2B5EF4-FFF2-40B4-BE49-F238E27FC236}">
                <a16:creationId xmlns:a16="http://schemas.microsoft.com/office/drawing/2014/main" id="{C1EA9153-8147-48B7-87A9-A74BFB00D6B6}"/>
              </a:ext>
            </a:extLst>
          </p:cNvPr>
          <p:cNvSpPr txBox="1"/>
          <p:nvPr/>
        </p:nvSpPr>
        <p:spPr>
          <a:xfrm>
            <a:off x="549674" y="980047"/>
            <a:ext cx="1075615"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285750" marR="0" indent="-285750" algn="ctr" defTabSz="584200" rtl="0" fontAlgn="auto" latinLnBrk="0" hangingPunct="0">
              <a:lnSpc>
                <a:spcPct val="100000"/>
              </a:lnSpc>
              <a:spcBef>
                <a:spcPts val="0"/>
              </a:spcBef>
              <a:spcAft>
                <a:spcPts val="0"/>
              </a:spcAft>
              <a:buClrTx/>
              <a:buSzTx/>
              <a:buFont typeface="Arial" panose="020B0604020202020204" pitchFamily="34" charset="0"/>
              <a:buChar char="•"/>
              <a:tabLst/>
            </a:pPr>
            <a:r>
              <a:rPr lang="en-US" dirty="0" err="1">
                <a:solidFill>
                  <a:srgbClr val="1C4982"/>
                </a:solidFill>
                <a:latin typeface="Segoe UI Semibold" panose="020B0702040204020203" pitchFamily="34" charset="0"/>
                <a:ea typeface="+mj-ea"/>
                <a:cs typeface="Segoe UI Semibold" panose="020B0702040204020203" pitchFamily="34" charset="0"/>
                <a:sym typeface="Helvetica Light"/>
              </a:rPr>
              <a:t>EPPlus</a:t>
            </a:r>
            <a:endParaRPr kumimoji="0" lang="ru-RU" b="0" i="0" u="none" strike="noStrike" cap="none" spc="0" normalizeH="0" baseline="0" dirty="0">
              <a:ln>
                <a:noFill/>
              </a:ln>
              <a:solidFill>
                <a:srgbClr val="1C4982"/>
              </a:solidFill>
              <a:effectLst/>
              <a:uFillTx/>
              <a:latin typeface="Segoe UI Semibold" panose="020B0702040204020203" pitchFamily="34" charset="0"/>
              <a:ea typeface="+mj-ea"/>
              <a:cs typeface="Segoe UI Semibold" panose="020B0702040204020203" pitchFamily="34" charset="0"/>
              <a:sym typeface="Helvetica Light"/>
            </a:endParaRPr>
          </a:p>
        </p:txBody>
      </p:sp>
      <p:pic>
        <p:nvPicPr>
          <p:cNvPr id="2" name="Рисунок 1">
            <a:extLst>
              <a:ext uri="{FF2B5EF4-FFF2-40B4-BE49-F238E27FC236}">
                <a16:creationId xmlns:a16="http://schemas.microsoft.com/office/drawing/2014/main" id="{22E45A46-3B87-4771-9C48-0DC2145E2BC0}"/>
              </a:ext>
            </a:extLst>
          </p:cNvPr>
          <p:cNvPicPr>
            <a:picLocks noChangeAspect="1"/>
          </p:cNvPicPr>
          <p:nvPr/>
        </p:nvPicPr>
        <p:blipFill>
          <a:blip r:embed="rId5"/>
          <a:stretch>
            <a:fillRect/>
          </a:stretch>
        </p:blipFill>
        <p:spPr>
          <a:xfrm>
            <a:off x="3632653" y="3429000"/>
            <a:ext cx="5050878" cy="2841119"/>
          </a:xfrm>
          <a:prstGeom prst="rect">
            <a:avLst/>
          </a:prstGeom>
        </p:spPr>
      </p:pic>
    </p:spTree>
    <p:extLst>
      <p:ext uri="{BB962C8B-B14F-4D97-AF65-F5344CB8AC3E}">
        <p14:creationId xmlns:p14="http://schemas.microsoft.com/office/powerpoint/2010/main" val="1331833854"/>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890605CE-6E26-43A8-B322-8CB329711A16}"/>
              </a:ext>
            </a:extLst>
          </p:cNvPr>
          <p:cNvPicPr>
            <a:picLocks noChangeAspect="1"/>
          </p:cNvPicPr>
          <p:nvPr/>
        </p:nvPicPr>
        <p:blipFill>
          <a:blip r:embed="rId2">
            <a:extLst>
              <a:ext uri="{BEBA8EAE-BF5A-486C-A8C5-ECC9F3942E4B}">
                <a14:imgProps xmlns:a14="http://schemas.microsoft.com/office/drawing/2010/main">
                  <a14:imgLayer r:embed="rId3">
                    <a14:imgEffect>
                      <a14:artisticTexturizer/>
                    </a14:imgEffect>
                  </a14:imgLayer>
                </a14:imgProps>
              </a:ext>
            </a:extLst>
          </a:blip>
          <a:stretch>
            <a:fillRect/>
          </a:stretch>
        </p:blipFill>
        <p:spPr>
          <a:xfrm>
            <a:off x="460460" y="1177115"/>
            <a:ext cx="8223072" cy="4812262"/>
          </a:xfrm>
          <a:prstGeom prst="rect">
            <a:avLst/>
          </a:prstGeom>
          <a:ln>
            <a:noFill/>
          </a:ln>
          <a:effectLst>
            <a:outerShdw blurRad="292100" dist="139700" dir="2700000" algn="tl" rotWithShape="0">
              <a:srgbClr val="333333">
                <a:alpha val="65000"/>
              </a:srgbClr>
            </a:outerShdw>
          </a:effectLst>
        </p:spPr>
      </p:pic>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4"/>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5" y="153057"/>
            <a:ext cx="7315196" cy="621375"/>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lstStyle/>
          <a:p>
            <a:r>
              <a:rPr lang="ru-RU" sz="2400" dirty="0">
                <a:solidFill>
                  <a:srgbClr val="1C4982"/>
                </a:solidFill>
                <a:latin typeface="Segoe UI Semibold" panose="020B0702040204020203" pitchFamily="34" charset="0"/>
                <a:cs typeface="Segoe UI Semibold" panose="020B0702040204020203" pitchFamily="34" charset="0"/>
              </a:rPr>
              <a:t>Демонстрация (результаты работы)</a:t>
            </a:r>
            <a:endParaRPr lang="en-US" sz="2400" dirty="0">
              <a:solidFill>
                <a:srgbClr val="1C4982"/>
              </a:solidFill>
              <a:latin typeface="Segoe UI Semibold" panose="020B0702040204020203" pitchFamily="34" charset="0"/>
              <a:cs typeface="Segoe UI Semibold" panose="020B0702040204020203" pitchFamily="34" charset="0"/>
            </a:endParaRPr>
          </a:p>
        </p:txBody>
      </p:sp>
      <p:sp>
        <p:nvSpPr>
          <p:cNvPr id="125"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p:cNvSpPr txBox="1"/>
          <p:nvPr/>
        </p:nvSpPr>
        <p:spPr>
          <a:xfrm>
            <a:off x="460461" y="943629"/>
            <a:ext cx="8223071" cy="5298616"/>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lstStyle/>
          <a:p>
            <a:pPr algn="ctr"/>
            <a:endParaRPr lang="ru-RU" sz="1600">
              <a:latin typeface="Segoe UI Semibold" panose="020B0702040204020203" pitchFamily="34" charset="0"/>
              <a:cs typeface="Segoe UI Semibold" panose="020B0702040204020203" pitchFamily="34" charset="0"/>
            </a:endParaRPr>
          </a:p>
        </p:txBody>
      </p:sp>
      <p:pic>
        <p:nvPicPr>
          <p:cNvPr id="128" name="Изображение" descr="Изображение"/>
          <p:cNvPicPr>
            <a:picLocks noChangeAspect="1"/>
          </p:cNvPicPr>
          <p:nvPr/>
        </p:nvPicPr>
        <p:blipFill>
          <a:blip r:embed="rId5"/>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19</a:t>
            </a:fld>
            <a:endParaRPr lang="ru-RU" sz="160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a:solidFill>
                  <a:schemeClr val="bg1"/>
                </a:solidFill>
                <a:latin typeface="Segoe UI Semilight" panose="020B0402040204020203" pitchFamily="34" charset="0"/>
                <a:cs typeface="Segoe UI Semilight" panose="020B0402040204020203" pitchFamily="34" charset="0"/>
              </a:rPr>
              <a:t>20</a:t>
            </a:r>
            <a:endParaRPr kumimoji="1" lang="ru-RU" sz="120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spTree>
    <p:extLst>
      <p:ext uri="{BB962C8B-B14F-4D97-AF65-F5344CB8AC3E}">
        <p14:creationId xmlns:p14="http://schemas.microsoft.com/office/powerpoint/2010/main" val="540719684"/>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2"/>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5" y="153057"/>
            <a:ext cx="7315196" cy="621375"/>
          </a:xfrm>
          <a:prstGeom prst="rect">
            <a:avLst/>
          </a:prstGeom>
          <a:ln w="12700">
            <a:miter lim="400000"/>
          </a:ln>
          <a:extLst>
            <a:ext uri="{C572A759-6A51-4108-AA02-DFA0A04FC94B}">
              <ma14:wrappingTextBoxFlag xmlns:ma14="http://schemas.microsoft.com/office/mac/drawingml/2011/main" xmlns="" val="1"/>
            </a:ext>
          </a:extLst>
        </p:spPr>
        <p:txBody>
          <a:bodyPr lIns="26789" tIns="26789" rIns="26789" bIns="26789" anchor="ctr"/>
          <a:lstStyle/>
          <a:p>
            <a:r>
              <a:rPr lang="ru-RU" sz="2400" dirty="0">
                <a:solidFill>
                  <a:srgbClr val="1C4982"/>
                </a:solidFill>
                <a:latin typeface="Segoe UI Semibold" panose="020B0702040204020203" pitchFamily="34" charset="0"/>
                <a:cs typeface="Segoe UI Semibold" panose="020B0702040204020203" pitchFamily="34" charset="0"/>
              </a:rPr>
              <a:t>Достигнутые результаты</a:t>
            </a:r>
            <a:endParaRPr lang="en-US" sz="2400" dirty="0">
              <a:solidFill>
                <a:srgbClr val="1C4982"/>
              </a:solidFill>
              <a:latin typeface="Segoe UI Semibold" panose="020B0702040204020203" pitchFamily="34" charset="0"/>
              <a:cs typeface="Segoe UI Semibold" panose="020B0702040204020203" pitchFamily="34" charset="0"/>
            </a:endParaRPr>
          </a:p>
        </p:txBody>
      </p:sp>
      <p:sp>
        <p:nvSpPr>
          <p:cNvPr id="125"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p:cNvSpPr txBox="1"/>
          <p:nvPr/>
        </p:nvSpPr>
        <p:spPr>
          <a:xfrm>
            <a:off x="460461" y="943629"/>
            <a:ext cx="8223071" cy="5298616"/>
          </a:xfrm>
          <a:prstGeom prst="rect">
            <a:avLst/>
          </a:prstGeom>
          <a:ln w="12700">
            <a:miter lim="400000"/>
          </a:ln>
          <a:extLst>
            <a:ext uri="{C572A759-6A51-4108-AA02-DFA0A04FC94B}">
              <ma14:wrappingTextBoxFlag xmlns:ma14="http://schemas.microsoft.com/office/mac/drawingml/2011/main" xmlns="" val="1"/>
            </a:ext>
          </a:extLst>
        </p:spPr>
        <p:txBody>
          <a:bodyPr lIns="26789" tIns="26789" rIns="26789" bIns="26789" anchor="ctr"/>
          <a:lstStyle/>
          <a:p>
            <a:pPr algn="ctr"/>
            <a:endParaRPr lang="ru-RU" sz="1600">
              <a:latin typeface="Segoe UI Semibold" panose="020B0702040204020203" pitchFamily="34" charset="0"/>
              <a:cs typeface="Segoe UI Semibold" panose="020B0702040204020203" pitchFamily="34" charset="0"/>
            </a:endParaRPr>
          </a:p>
        </p:txBody>
      </p:sp>
      <p:pic>
        <p:nvPicPr>
          <p:cNvPr id="128" name="Изображение" descr="Изображение"/>
          <p:cNvPicPr>
            <a:picLocks noChangeAspect="1"/>
          </p:cNvPicPr>
          <p:nvPr/>
        </p:nvPicPr>
        <p:blipFill>
          <a:blip r:embed="rId3"/>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20</a:t>
            </a:fld>
            <a:endParaRPr lang="ru-RU" sz="160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a:solidFill>
                  <a:schemeClr val="bg1"/>
                </a:solidFill>
                <a:latin typeface="Segoe UI Semilight" panose="020B0402040204020203" pitchFamily="34" charset="0"/>
                <a:cs typeface="Segoe UI Semilight" panose="020B0402040204020203" pitchFamily="34" charset="0"/>
              </a:rPr>
              <a:t>20</a:t>
            </a:r>
            <a:endParaRPr kumimoji="1" lang="ru-RU" sz="120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graphicFrame>
        <p:nvGraphicFramePr>
          <p:cNvPr id="2" name="Таблица 2">
            <a:extLst>
              <a:ext uri="{FF2B5EF4-FFF2-40B4-BE49-F238E27FC236}">
                <a16:creationId xmlns:a16="http://schemas.microsoft.com/office/drawing/2014/main" id="{A54800A8-C4EE-461E-9A3D-289A3326A08B}"/>
              </a:ext>
            </a:extLst>
          </p:cNvPr>
          <p:cNvGraphicFramePr>
            <a:graphicFrameLocks noGrp="1"/>
          </p:cNvGraphicFramePr>
          <p:nvPr>
            <p:extLst>
              <p:ext uri="{D42A27DB-BD31-4B8C-83A1-F6EECF244321}">
                <p14:modId xmlns:p14="http://schemas.microsoft.com/office/powerpoint/2010/main" val="3506378963"/>
              </p:ext>
            </p:extLst>
          </p:nvPr>
        </p:nvGraphicFramePr>
        <p:xfrm>
          <a:off x="460460" y="1042886"/>
          <a:ext cx="8223070" cy="5199334"/>
        </p:xfrm>
        <a:graphic>
          <a:graphicData uri="http://schemas.openxmlformats.org/drawingml/2006/table">
            <a:tbl>
              <a:tblPr firstRow="1" bandRow="1">
                <a:tableStyleId>{5C22544A-7EE6-4342-B048-85BDC9FD1C3A}</a:tableStyleId>
              </a:tblPr>
              <a:tblGrid>
                <a:gridCol w="4111535">
                  <a:extLst>
                    <a:ext uri="{9D8B030D-6E8A-4147-A177-3AD203B41FA5}">
                      <a16:colId xmlns:a16="http://schemas.microsoft.com/office/drawing/2014/main" val="792820266"/>
                    </a:ext>
                  </a:extLst>
                </a:gridCol>
                <a:gridCol w="4111535">
                  <a:extLst>
                    <a:ext uri="{9D8B030D-6E8A-4147-A177-3AD203B41FA5}">
                      <a16:colId xmlns:a16="http://schemas.microsoft.com/office/drawing/2014/main" val="2330045478"/>
                    </a:ext>
                  </a:extLst>
                </a:gridCol>
              </a:tblGrid>
              <a:tr h="515800">
                <a:tc>
                  <a:txBody>
                    <a:bodyPr/>
                    <a:lstStyle/>
                    <a:p>
                      <a:r>
                        <a:rPr lang="ru-RU" sz="1400" dirty="0">
                          <a:latin typeface="Segoe UI Semibold" panose="020B0702040204020203" pitchFamily="34" charset="0"/>
                          <a:cs typeface="Segoe UI Semibold" panose="020B0702040204020203" pitchFamily="34" charset="0"/>
                        </a:rPr>
                        <a:t>Задачи работы</a:t>
                      </a:r>
                    </a:p>
                  </a:txBody>
                  <a:tcPr anchor="ctr"/>
                </a:tc>
                <a:tc>
                  <a:txBody>
                    <a:bodyPr/>
                    <a:lstStyle/>
                    <a:p>
                      <a:r>
                        <a:rPr lang="ru-RU" sz="1400" dirty="0">
                          <a:latin typeface="Segoe UI Semibold" panose="020B0702040204020203" pitchFamily="34" charset="0"/>
                          <a:cs typeface="Segoe UI Semibold" panose="020B0702040204020203" pitchFamily="34" charset="0"/>
                        </a:rPr>
                        <a:t>Достигнутые результаты</a:t>
                      </a:r>
                    </a:p>
                  </a:txBody>
                  <a:tcPr anchor="ctr"/>
                </a:tc>
                <a:extLst>
                  <a:ext uri="{0D108BD9-81ED-4DB2-BD59-A6C34878D82A}">
                    <a16:rowId xmlns:a16="http://schemas.microsoft.com/office/drawing/2014/main" val="3668467955"/>
                  </a:ext>
                </a:extLst>
              </a:tr>
              <a:tr h="529578">
                <a:tc>
                  <a:txBody>
                    <a:bodyPr/>
                    <a:lstStyle/>
                    <a:p>
                      <a:r>
                        <a:rPr lang="ru-RU" sz="14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Разработка архитектуры клиент-серверного приложения</a:t>
                      </a:r>
                      <a:endParaRPr lang="ru-RU" sz="1400" dirty="0">
                        <a:latin typeface="Segoe UI Semilight" panose="020B0402040204020203" pitchFamily="34" charset="0"/>
                        <a:cs typeface="Segoe UI Semilight" panose="020B0402040204020203" pitchFamily="34" charset="0"/>
                      </a:endParaRPr>
                    </a:p>
                  </a:txBody>
                  <a:tcPr anchor="ctr"/>
                </a:tc>
                <a:tc>
                  <a:txBody>
                    <a:bodyPr/>
                    <a:lstStyle/>
                    <a:p>
                      <a:r>
                        <a:rPr lang="en-US" sz="2400" b="1" dirty="0">
                          <a:solidFill>
                            <a:srgbClr val="1C4982"/>
                          </a:solidFill>
                          <a:latin typeface="Segoe UI Semilight" panose="020B0402040204020203" pitchFamily="34" charset="0"/>
                          <a:cs typeface="Segoe UI Semilight" panose="020B0402040204020203" pitchFamily="34" charset="0"/>
                        </a:rPr>
                        <a:t>+</a:t>
                      </a:r>
                      <a:endParaRPr lang="ru-RU" sz="2400" b="1" dirty="0">
                        <a:solidFill>
                          <a:srgbClr val="1C4982"/>
                        </a:solidFill>
                        <a:latin typeface="Segoe UI Semilight" panose="020B0402040204020203" pitchFamily="34" charset="0"/>
                        <a:cs typeface="Segoe UI Semilight" panose="020B0402040204020203" pitchFamily="34" charset="0"/>
                      </a:endParaRPr>
                    </a:p>
                  </a:txBody>
                  <a:tcPr anchor="ctr"/>
                </a:tc>
                <a:extLst>
                  <a:ext uri="{0D108BD9-81ED-4DB2-BD59-A6C34878D82A}">
                    <a16:rowId xmlns:a16="http://schemas.microsoft.com/office/drawing/2014/main" val="1262436462"/>
                  </a:ext>
                </a:extLst>
              </a:tr>
              <a:tr h="515800">
                <a:tc>
                  <a:txBody>
                    <a:bodyPr/>
                    <a:lstStyle/>
                    <a:p>
                      <a:r>
                        <a:rPr lang="ru-RU" sz="14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Разработка структуры базы данных</a:t>
                      </a:r>
                      <a:endParaRPr lang="ru-RU" sz="1400" dirty="0">
                        <a:latin typeface="Segoe UI Semilight" panose="020B0402040204020203" pitchFamily="34" charset="0"/>
                        <a:cs typeface="Segoe UI Semilight" panose="020B0402040204020203" pitchFamily="34" charset="0"/>
                      </a:endParaRPr>
                    </a:p>
                  </a:txBody>
                  <a:tcPr anchor="ctr"/>
                </a:tc>
                <a:tc>
                  <a:txBody>
                    <a:bodyPr/>
                    <a:lstStyle/>
                    <a:p>
                      <a:r>
                        <a:rPr lang="en-US" sz="2400" b="1" dirty="0">
                          <a:solidFill>
                            <a:srgbClr val="1C4982"/>
                          </a:solidFill>
                          <a:latin typeface="Segoe UI Semilight" panose="020B0402040204020203" pitchFamily="34" charset="0"/>
                          <a:cs typeface="Segoe UI Semilight" panose="020B0402040204020203" pitchFamily="34" charset="0"/>
                        </a:rPr>
                        <a:t>+</a:t>
                      </a:r>
                      <a:endParaRPr lang="ru-RU" sz="2400" b="1" dirty="0">
                        <a:solidFill>
                          <a:srgbClr val="1C4982"/>
                        </a:solidFill>
                        <a:latin typeface="Segoe UI Semilight" panose="020B0402040204020203" pitchFamily="34" charset="0"/>
                        <a:cs typeface="Segoe UI Semilight" panose="020B0402040204020203" pitchFamily="34" charset="0"/>
                      </a:endParaRPr>
                    </a:p>
                  </a:txBody>
                  <a:tcPr anchor="ctr"/>
                </a:tc>
                <a:extLst>
                  <a:ext uri="{0D108BD9-81ED-4DB2-BD59-A6C34878D82A}">
                    <a16:rowId xmlns:a16="http://schemas.microsoft.com/office/drawing/2014/main" val="3653150231"/>
                  </a:ext>
                </a:extLst>
              </a:tr>
              <a:tr h="515800">
                <a:tc>
                  <a:txBody>
                    <a:bodyPr/>
                    <a:lstStyle/>
                    <a:p>
                      <a:r>
                        <a:rPr lang="ru-RU" sz="14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Разработка архитектуры </a:t>
                      </a:r>
                      <a:r>
                        <a:rPr lang="en-US" sz="14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API</a:t>
                      </a:r>
                      <a:endParaRPr lang="ru-RU" sz="1400" dirty="0">
                        <a:latin typeface="Segoe UI Semilight" panose="020B0402040204020203" pitchFamily="34" charset="0"/>
                        <a:cs typeface="Segoe UI Semilight" panose="020B0402040204020203" pitchFamily="34" charset="0"/>
                      </a:endParaRPr>
                    </a:p>
                  </a:txBody>
                  <a:tcPr anchor="ctr"/>
                </a:tc>
                <a:tc>
                  <a:txBody>
                    <a:bodyPr/>
                    <a:lstStyle/>
                    <a:p>
                      <a:r>
                        <a:rPr lang="en-US" sz="2400" b="1" dirty="0">
                          <a:solidFill>
                            <a:srgbClr val="1C4982"/>
                          </a:solidFill>
                          <a:latin typeface="Segoe UI Semilight" panose="020B0402040204020203" pitchFamily="34" charset="0"/>
                          <a:cs typeface="Segoe UI Semilight" panose="020B0402040204020203" pitchFamily="34" charset="0"/>
                        </a:rPr>
                        <a:t>+</a:t>
                      </a:r>
                      <a:endParaRPr lang="ru-RU" sz="2400" b="1" dirty="0">
                        <a:solidFill>
                          <a:srgbClr val="1C4982"/>
                        </a:solidFill>
                        <a:latin typeface="Segoe UI Semilight" panose="020B0402040204020203" pitchFamily="34" charset="0"/>
                        <a:cs typeface="Segoe UI Semilight" panose="020B0402040204020203" pitchFamily="34" charset="0"/>
                      </a:endParaRPr>
                    </a:p>
                  </a:txBody>
                  <a:tcPr anchor="ctr"/>
                </a:tc>
                <a:extLst>
                  <a:ext uri="{0D108BD9-81ED-4DB2-BD59-A6C34878D82A}">
                    <a16:rowId xmlns:a16="http://schemas.microsoft.com/office/drawing/2014/main" val="1459360363"/>
                  </a:ext>
                </a:extLst>
              </a:tr>
              <a:tr h="515800">
                <a:tc>
                  <a:txBody>
                    <a:bodyPr/>
                    <a:lstStyle/>
                    <a:p>
                      <a:r>
                        <a:rPr lang="ru-RU" sz="14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Разработка </a:t>
                      </a:r>
                      <a:r>
                        <a:rPr lang="en-US" sz="14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API</a:t>
                      </a:r>
                      <a:endParaRPr lang="ru-RU" sz="1400" dirty="0">
                        <a:latin typeface="Segoe UI Semilight" panose="020B0402040204020203" pitchFamily="34" charset="0"/>
                        <a:cs typeface="Segoe UI Semilight" panose="020B0402040204020203" pitchFamily="34" charset="0"/>
                      </a:endParaRPr>
                    </a:p>
                  </a:txBody>
                  <a:tcPr anchor="ctr"/>
                </a:tc>
                <a:tc>
                  <a:txBody>
                    <a:bodyPr/>
                    <a:lstStyle/>
                    <a:p>
                      <a:r>
                        <a:rPr lang="en-US" sz="2400" b="1" dirty="0">
                          <a:solidFill>
                            <a:srgbClr val="1C4982"/>
                          </a:solidFill>
                          <a:latin typeface="Segoe UI Semilight" panose="020B0402040204020203" pitchFamily="34" charset="0"/>
                          <a:cs typeface="Segoe UI Semilight" panose="020B0402040204020203" pitchFamily="34" charset="0"/>
                        </a:rPr>
                        <a:t>+</a:t>
                      </a:r>
                      <a:endParaRPr lang="ru-RU" sz="2400" b="1" dirty="0">
                        <a:solidFill>
                          <a:srgbClr val="1C4982"/>
                        </a:solidFill>
                        <a:latin typeface="Segoe UI Semilight" panose="020B0402040204020203" pitchFamily="34" charset="0"/>
                        <a:cs typeface="Segoe UI Semilight" panose="020B0402040204020203" pitchFamily="34" charset="0"/>
                      </a:endParaRPr>
                    </a:p>
                  </a:txBody>
                  <a:tcPr anchor="ctr"/>
                </a:tc>
                <a:extLst>
                  <a:ext uri="{0D108BD9-81ED-4DB2-BD59-A6C34878D82A}">
                    <a16:rowId xmlns:a16="http://schemas.microsoft.com/office/drawing/2014/main" val="2064418301"/>
                  </a:ext>
                </a:extLst>
              </a:tr>
              <a:tr h="515800">
                <a:tc>
                  <a:txBody>
                    <a:bodyPr/>
                    <a:lstStyle/>
                    <a:p>
                      <a:r>
                        <a:rPr lang="ru-RU" sz="14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Документирование </a:t>
                      </a:r>
                      <a:r>
                        <a:rPr lang="en-US" sz="14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API</a:t>
                      </a:r>
                      <a:endParaRPr lang="ru-RU" sz="1400" dirty="0">
                        <a:latin typeface="Segoe UI Semilight" panose="020B0402040204020203" pitchFamily="34" charset="0"/>
                        <a:cs typeface="Segoe UI Semilight" panose="020B0402040204020203" pitchFamily="34" charset="0"/>
                      </a:endParaRPr>
                    </a:p>
                  </a:txBody>
                  <a:tcPr anchor="ctr"/>
                </a:tc>
                <a:tc>
                  <a:txBody>
                    <a:bodyPr/>
                    <a:lstStyle/>
                    <a:p>
                      <a:r>
                        <a:rPr lang="en-US" sz="2400" b="1" dirty="0">
                          <a:solidFill>
                            <a:srgbClr val="1C4982"/>
                          </a:solidFill>
                          <a:latin typeface="Segoe UI Semilight" panose="020B0402040204020203" pitchFamily="34" charset="0"/>
                          <a:cs typeface="Segoe UI Semilight" panose="020B0402040204020203" pitchFamily="34" charset="0"/>
                        </a:rPr>
                        <a:t>+</a:t>
                      </a:r>
                      <a:endParaRPr lang="ru-RU" sz="2400" b="1" dirty="0">
                        <a:solidFill>
                          <a:srgbClr val="1C4982"/>
                        </a:solidFill>
                        <a:latin typeface="Segoe UI Semilight" panose="020B0402040204020203" pitchFamily="34" charset="0"/>
                        <a:cs typeface="Segoe UI Semilight" panose="020B0402040204020203" pitchFamily="34" charset="0"/>
                      </a:endParaRPr>
                    </a:p>
                  </a:txBody>
                  <a:tcPr anchor="ctr"/>
                </a:tc>
                <a:extLst>
                  <a:ext uri="{0D108BD9-81ED-4DB2-BD59-A6C34878D82A}">
                    <a16:rowId xmlns:a16="http://schemas.microsoft.com/office/drawing/2014/main" val="2793630552"/>
                  </a:ext>
                </a:extLst>
              </a:tr>
              <a:tr h="515800">
                <a:tc>
                  <a:txBody>
                    <a:bodyPr/>
                    <a:lstStyle/>
                    <a:p>
                      <a:r>
                        <a:rPr lang="ru-RU" sz="14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Разработка веб-интерфейса для работы с </a:t>
                      </a:r>
                      <a:r>
                        <a:rPr lang="en-US" sz="14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API</a:t>
                      </a:r>
                      <a:endParaRPr lang="ru-RU" sz="1400" dirty="0">
                        <a:latin typeface="Segoe UI Semilight" panose="020B0402040204020203" pitchFamily="34" charset="0"/>
                        <a:cs typeface="Segoe UI Semilight" panose="020B0402040204020203" pitchFamily="34" charset="0"/>
                      </a:endParaRPr>
                    </a:p>
                  </a:txBody>
                  <a:tcPr anchor="ctr"/>
                </a:tc>
                <a:tc>
                  <a:txBody>
                    <a:bodyPr/>
                    <a:lstStyle/>
                    <a:p>
                      <a:r>
                        <a:rPr lang="en-US" sz="2400" b="1" dirty="0">
                          <a:solidFill>
                            <a:srgbClr val="1C4982"/>
                          </a:solidFill>
                          <a:latin typeface="Segoe UI Semilight" panose="020B0402040204020203" pitchFamily="34" charset="0"/>
                          <a:cs typeface="Segoe UI Semilight" panose="020B0402040204020203" pitchFamily="34" charset="0"/>
                        </a:rPr>
                        <a:t>+ / -</a:t>
                      </a:r>
                      <a:endParaRPr lang="ru-RU" sz="2400" b="1" dirty="0">
                        <a:solidFill>
                          <a:srgbClr val="1C4982"/>
                        </a:solidFill>
                        <a:latin typeface="Segoe UI Semilight" panose="020B0402040204020203" pitchFamily="34" charset="0"/>
                        <a:cs typeface="Segoe UI Semilight" panose="020B0402040204020203" pitchFamily="34" charset="0"/>
                      </a:endParaRPr>
                    </a:p>
                  </a:txBody>
                  <a:tcPr anchor="ctr"/>
                </a:tc>
                <a:extLst>
                  <a:ext uri="{0D108BD9-81ED-4DB2-BD59-A6C34878D82A}">
                    <a16:rowId xmlns:a16="http://schemas.microsoft.com/office/drawing/2014/main" val="448215181"/>
                  </a:ext>
                </a:extLst>
              </a:tr>
              <a:tr h="515800">
                <a:tc>
                  <a:txBody>
                    <a:bodyPr/>
                    <a:lstStyle/>
                    <a:p>
                      <a:r>
                        <a:rPr lang="ru-RU" sz="14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Реализация импорта заданий из .</a:t>
                      </a:r>
                      <a:r>
                        <a:rPr lang="ru-RU" sz="1400" dirty="0" err="1">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xlsx</a:t>
                      </a:r>
                      <a:r>
                        <a:rPr lang="ru-RU" sz="14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 файла</a:t>
                      </a:r>
                      <a:endParaRPr lang="ru-RU" sz="1400" dirty="0">
                        <a:latin typeface="Segoe UI Semilight" panose="020B0402040204020203" pitchFamily="34" charset="0"/>
                        <a:cs typeface="Segoe UI Semilight" panose="020B0402040204020203" pitchFamily="34" charset="0"/>
                      </a:endParaRPr>
                    </a:p>
                  </a:txBody>
                  <a:tcPr anchor="ctr"/>
                </a:tc>
                <a:tc>
                  <a:txBody>
                    <a:bodyPr/>
                    <a:lstStyle/>
                    <a:p>
                      <a:r>
                        <a:rPr lang="en-US" sz="2400" b="1" dirty="0">
                          <a:solidFill>
                            <a:srgbClr val="1C4982"/>
                          </a:solidFill>
                          <a:latin typeface="Segoe UI Semilight" panose="020B0402040204020203" pitchFamily="34" charset="0"/>
                          <a:cs typeface="Segoe UI Semilight" panose="020B0402040204020203" pitchFamily="34" charset="0"/>
                        </a:rPr>
                        <a:t>+</a:t>
                      </a:r>
                      <a:endParaRPr lang="ru-RU" sz="2400" b="1" dirty="0">
                        <a:solidFill>
                          <a:srgbClr val="1C4982"/>
                        </a:solidFill>
                        <a:latin typeface="Segoe UI Semilight" panose="020B0402040204020203" pitchFamily="34" charset="0"/>
                        <a:cs typeface="Segoe UI Semilight" panose="020B0402040204020203" pitchFamily="34" charset="0"/>
                      </a:endParaRPr>
                    </a:p>
                  </a:txBody>
                  <a:tcPr anchor="ctr"/>
                </a:tc>
                <a:extLst>
                  <a:ext uri="{0D108BD9-81ED-4DB2-BD59-A6C34878D82A}">
                    <a16:rowId xmlns:a16="http://schemas.microsoft.com/office/drawing/2014/main" val="777419374"/>
                  </a:ext>
                </a:extLst>
              </a:tr>
              <a:tr h="529578">
                <a:tc>
                  <a:txBody>
                    <a:bodyPr/>
                    <a:lstStyle/>
                    <a:p>
                      <a:r>
                        <a:rPr lang="ru-RU" sz="14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Реализация экспорта набора вопросов в формате </a:t>
                      </a:r>
                      <a:r>
                        <a:rPr lang="ru-RU" sz="1400" dirty="0" err="1">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application</a:t>
                      </a:r>
                      <a:r>
                        <a:rPr lang="ru-RU" sz="14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a:t>
                      </a:r>
                      <a:r>
                        <a:rPr lang="ru-RU" sz="1400" dirty="0" err="1">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json</a:t>
                      </a:r>
                      <a:endParaRPr lang="ru-RU" sz="1400" dirty="0">
                        <a:latin typeface="Segoe UI Semilight" panose="020B0402040204020203" pitchFamily="34" charset="0"/>
                        <a:cs typeface="Segoe UI Semilight" panose="020B0402040204020203" pitchFamily="34" charset="0"/>
                      </a:endParaRPr>
                    </a:p>
                  </a:txBody>
                  <a:tcPr anchor="ctr"/>
                </a:tc>
                <a:tc>
                  <a:txBody>
                    <a:bodyPr/>
                    <a:lstStyle/>
                    <a:p>
                      <a:r>
                        <a:rPr lang="en-US" sz="2400" b="1" dirty="0">
                          <a:solidFill>
                            <a:srgbClr val="1C4982"/>
                          </a:solidFill>
                          <a:latin typeface="Segoe UI Semilight" panose="020B0402040204020203" pitchFamily="34" charset="0"/>
                          <a:cs typeface="Segoe UI Semilight" panose="020B0402040204020203" pitchFamily="34" charset="0"/>
                        </a:rPr>
                        <a:t>+</a:t>
                      </a:r>
                      <a:endParaRPr lang="ru-RU" sz="2400" b="1" dirty="0">
                        <a:solidFill>
                          <a:srgbClr val="1C4982"/>
                        </a:solidFill>
                        <a:latin typeface="Segoe UI Semilight" panose="020B0402040204020203" pitchFamily="34" charset="0"/>
                        <a:cs typeface="Segoe UI Semilight" panose="020B0402040204020203" pitchFamily="34" charset="0"/>
                      </a:endParaRPr>
                    </a:p>
                  </a:txBody>
                  <a:tcPr anchor="ctr"/>
                </a:tc>
                <a:extLst>
                  <a:ext uri="{0D108BD9-81ED-4DB2-BD59-A6C34878D82A}">
                    <a16:rowId xmlns:a16="http://schemas.microsoft.com/office/drawing/2014/main" val="3745280525"/>
                  </a:ext>
                </a:extLst>
              </a:tr>
              <a:tr h="529578">
                <a:tc>
                  <a:txBody>
                    <a:bodyPr/>
                    <a:lstStyle/>
                    <a:p>
                      <a:r>
                        <a:rPr lang="ru-RU" sz="1400" dirty="0">
                          <a:solidFill>
                            <a:srgbClr val="1C4982"/>
                          </a:solidFill>
                          <a:latin typeface="Segoe UI Semilight" panose="020B0402040204020203" pitchFamily="34" charset="0"/>
                          <a:ea typeface="Calibri" panose="020F0502020204030204" pitchFamily="34" charset="0"/>
                          <a:cs typeface="Segoe UI Semilight" panose="020B0402040204020203" pitchFamily="34" charset="0"/>
                        </a:rPr>
                        <a:t>Реализация разграничения прав доступа на основе ролей</a:t>
                      </a:r>
                      <a:endParaRPr lang="ru-RU" sz="1400" dirty="0">
                        <a:latin typeface="Segoe UI Semilight" panose="020B0402040204020203" pitchFamily="34" charset="0"/>
                        <a:cs typeface="Segoe UI Semilight" panose="020B0402040204020203" pitchFamily="34" charset="0"/>
                      </a:endParaRPr>
                    </a:p>
                  </a:txBody>
                  <a:tcPr anchor="ctr"/>
                </a:tc>
                <a:tc>
                  <a:txBody>
                    <a:bodyPr/>
                    <a:lstStyle/>
                    <a:p>
                      <a:r>
                        <a:rPr lang="en-US" sz="2400" b="1" dirty="0">
                          <a:solidFill>
                            <a:srgbClr val="1C4982"/>
                          </a:solidFill>
                          <a:latin typeface="Segoe UI Semilight" panose="020B0402040204020203" pitchFamily="34" charset="0"/>
                          <a:cs typeface="Segoe UI Semilight" panose="020B0402040204020203" pitchFamily="34" charset="0"/>
                        </a:rPr>
                        <a:t>+</a:t>
                      </a:r>
                      <a:endParaRPr lang="ru-RU" sz="2400" b="1" dirty="0">
                        <a:solidFill>
                          <a:srgbClr val="1C4982"/>
                        </a:solidFill>
                        <a:latin typeface="Segoe UI Semilight" panose="020B0402040204020203" pitchFamily="34" charset="0"/>
                        <a:cs typeface="Segoe UI Semilight" panose="020B0402040204020203" pitchFamily="34" charset="0"/>
                      </a:endParaRPr>
                    </a:p>
                  </a:txBody>
                  <a:tcPr anchor="ctr"/>
                </a:tc>
                <a:extLst>
                  <a:ext uri="{0D108BD9-81ED-4DB2-BD59-A6C34878D82A}">
                    <a16:rowId xmlns:a16="http://schemas.microsoft.com/office/drawing/2014/main" val="1003337863"/>
                  </a:ext>
                </a:extLst>
              </a:tr>
            </a:tbl>
          </a:graphicData>
        </a:graphic>
      </p:graphicFrame>
    </p:spTree>
    <p:extLst>
      <p:ext uri="{BB962C8B-B14F-4D97-AF65-F5344CB8AC3E}">
        <p14:creationId xmlns:p14="http://schemas.microsoft.com/office/powerpoint/2010/main" val="263010868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2"/>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5" y="188027"/>
            <a:ext cx="7315196" cy="621375"/>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lstStyle/>
          <a:p>
            <a:r>
              <a:rPr lang="ru-RU" sz="2400" b="1" dirty="0">
                <a:solidFill>
                  <a:srgbClr val="1C4982"/>
                </a:solidFill>
                <a:latin typeface="Segoe UI Semibold" panose="020B0702040204020203" pitchFamily="34" charset="0"/>
                <a:cs typeface="Segoe UI Semibold" panose="020B0702040204020203" pitchFamily="34" charset="0"/>
              </a:rPr>
              <a:t>Пути дальнейшей работы</a:t>
            </a:r>
            <a:endParaRPr lang="en-US" sz="2400" b="1" dirty="0">
              <a:solidFill>
                <a:srgbClr val="1C4982"/>
              </a:solidFill>
              <a:latin typeface="Segoe UI Semibold" panose="020B0702040204020203" pitchFamily="34" charset="0"/>
              <a:cs typeface="Segoe UI Semibold" panose="020B0702040204020203" pitchFamily="34" charset="0"/>
            </a:endParaRPr>
          </a:p>
        </p:txBody>
      </p:sp>
      <p:sp>
        <p:nvSpPr>
          <p:cNvPr id="125"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p:cNvSpPr txBox="1"/>
          <p:nvPr/>
        </p:nvSpPr>
        <p:spPr>
          <a:xfrm>
            <a:off x="460460" y="1081322"/>
            <a:ext cx="4111536" cy="5081805"/>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lstStyle/>
          <a:p>
            <a:pPr marL="342900" indent="-342900">
              <a:buFont typeface="Arial" panose="020B0604020202020204" pitchFamily="34" charset="0"/>
              <a:buChar char="•"/>
            </a:pPr>
            <a:r>
              <a:rPr lang="ru-RU" dirty="0">
                <a:solidFill>
                  <a:schemeClr val="accent1">
                    <a:lumMod val="75000"/>
                  </a:schemeClr>
                </a:solidFill>
              </a:rPr>
              <a:t>Увеличение количества настроек для автоматической генерации наборов вопросов;</a:t>
            </a:r>
          </a:p>
          <a:p>
            <a:pPr marL="342900" indent="-342900">
              <a:buFont typeface="Arial" panose="020B0604020202020204" pitchFamily="34" charset="0"/>
              <a:buChar char="•"/>
            </a:pPr>
            <a:endParaRPr lang="ru-RU" dirty="0">
              <a:solidFill>
                <a:schemeClr val="accent1">
                  <a:lumMod val="75000"/>
                </a:schemeClr>
              </a:solidFill>
            </a:endParaRPr>
          </a:p>
          <a:p>
            <a:pPr marL="342900" indent="-342900">
              <a:buFont typeface="Arial" panose="020B0604020202020204" pitchFamily="34" charset="0"/>
              <a:buChar char="•"/>
            </a:pPr>
            <a:r>
              <a:rPr lang="ru-RU" dirty="0">
                <a:solidFill>
                  <a:schemeClr val="accent1">
                    <a:lumMod val="75000"/>
                  </a:schemeClr>
                </a:solidFill>
              </a:rPr>
              <a:t>Добавление статистики по варианту;</a:t>
            </a:r>
          </a:p>
          <a:p>
            <a:pPr marL="342900" indent="-342900">
              <a:buFont typeface="Arial" panose="020B0604020202020204" pitchFamily="34" charset="0"/>
              <a:buChar char="•"/>
            </a:pPr>
            <a:endParaRPr lang="ru-RU" dirty="0">
              <a:solidFill>
                <a:schemeClr val="accent1">
                  <a:lumMod val="75000"/>
                </a:schemeClr>
              </a:solidFill>
            </a:endParaRPr>
          </a:p>
          <a:p>
            <a:pPr marL="342900" indent="-342900">
              <a:buFont typeface="Arial" panose="020B0604020202020204" pitchFamily="34" charset="0"/>
              <a:buChar char="•"/>
            </a:pPr>
            <a:r>
              <a:rPr lang="ru-RU" dirty="0">
                <a:solidFill>
                  <a:schemeClr val="accent1">
                    <a:lumMod val="75000"/>
                  </a:schemeClr>
                </a:solidFill>
              </a:rPr>
              <a:t>Добавление статистики по отдельному вопросу;</a:t>
            </a:r>
          </a:p>
          <a:p>
            <a:pPr marL="342900" indent="-342900">
              <a:buFont typeface="Arial" panose="020B0604020202020204" pitchFamily="34" charset="0"/>
              <a:buChar char="•"/>
            </a:pPr>
            <a:endParaRPr lang="ru-RU" dirty="0">
              <a:solidFill>
                <a:schemeClr val="accent1">
                  <a:lumMod val="75000"/>
                </a:schemeClr>
              </a:solidFill>
            </a:endParaRPr>
          </a:p>
          <a:p>
            <a:pPr marL="342900" indent="-342900">
              <a:buFont typeface="Arial" panose="020B0604020202020204" pitchFamily="34" charset="0"/>
              <a:buChar char="•"/>
            </a:pPr>
            <a:r>
              <a:rPr lang="ru-RU" dirty="0">
                <a:solidFill>
                  <a:schemeClr val="accent1">
                    <a:lumMod val="75000"/>
                  </a:schemeClr>
                </a:solidFill>
              </a:rPr>
              <a:t>Добавление </a:t>
            </a:r>
            <a:r>
              <a:rPr lang="ru-RU" dirty="0" err="1">
                <a:solidFill>
                  <a:schemeClr val="accent1">
                    <a:lumMod val="75000"/>
                  </a:schemeClr>
                </a:solidFill>
              </a:rPr>
              <a:t>дашборда</a:t>
            </a:r>
            <a:r>
              <a:rPr lang="ru-RU" dirty="0">
                <a:solidFill>
                  <a:schemeClr val="accent1">
                    <a:lumMod val="75000"/>
                  </a:schemeClr>
                </a:solidFill>
              </a:rPr>
              <a:t> показывающего некоторые метрики по собранной статистике;</a:t>
            </a:r>
            <a:endParaRPr lang="ru-RU" sz="2000" dirty="0">
              <a:solidFill>
                <a:schemeClr val="accent1">
                  <a:lumMod val="75000"/>
                </a:schemeClr>
              </a:solidFill>
            </a:endParaRPr>
          </a:p>
        </p:txBody>
      </p:sp>
      <p:pic>
        <p:nvPicPr>
          <p:cNvPr id="128" name="Изображение" descr="Изображение"/>
          <p:cNvPicPr>
            <a:picLocks noChangeAspect="1"/>
          </p:cNvPicPr>
          <p:nvPr/>
        </p:nvPicPr>
        <p:blipFill>
          <a:blip r:embed="rId3"/>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21</a:t>
            </a:fld>
            <a:endParaRPr lang="ru-RU" sz="160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a:solidFill>
                  <a:schemeClr val="bg1"/>
                </a:solidFill>
                <a:latin typeface="Segoe UI Semilight" panose="020B0402040204020203" pitchFamily="34" charset="0"/>
                <a:cs typeface="Segoe UI Semilight" panose="020B0402040204020203" pitchFamily="34" charset="0"/>
              </a:rPr>
              <a:t>20</a:t>
            </a:r>
            <a:endParaRPr kumimoji="1" lang="ru-RU" sz="120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pic>
        <p:nvPicPr>
          <p:cNvPr id="3" name="Рисунок 2">
            <a:extLst>
              <a:ext uri="{FF2B5EF4-FFF2-40B4-BE49-F238E27FC236}">
                <a16:creationId xmlns:a16="http://schemas.microsoft.com/office/drawing/2014/main" id="{8378AECF-EC5B-4F3B-B635-9914143148D0}"/>
              </a:ext>
            </a:extLst>
          </p:cNvPr>
          <p:cNvPicPr>
            <a:picLocks noChangeAspect="1"/>
          </p:cNvPicPr>
          <p:nvPr/>
        </p:nvPicPr>
        <p:blipFill>
          <a:blip r:embed="rId4" cstate="print">
            <a:extLst>
              <a:ext uri="{BEBA8EAE-BF5A-486C-A8C5-ECC9F3942E4B}">
                <a14:imgProps xmlns:a14="http://schemas.microsoft.com/office/drawing/2010/main">
                  <a14:imgLayer r:embed="rId5">
                    <a14:imgEffect>
                      <a14:backgroundRemoval t="745" b="95851" l="6000" r="93000">
                        <a14:foregroundMark x1="12556" y1="60851" x2="16111" y2="58617"/>
                        <a14:foregroundMark x1="13111" y1="40000" x2="6444" y2="40532"/>
                        <a14:foregroundMark x1="17556" y1="22553" x2="13111" y2="20532"/>
                        <a14:foregroundMark x1="32000" y1="11915" x2="30222" y2="8085"/>
                        <a14:foregroundMark x1="50889" y1="7553" x2="50556" y2="4468"/>
                        <a14:foregroundMark x1="69444" y1="8298" x2="69778" y2="6915"/>
                        <a14:foregroundMark x1="81000" y1="24149" x2="86000" y2="20319"/>
                        <a14:foregroundMark x1="85111" y1="40851" x2="93222" y2="40851"/>
                        <a14:foregroundMark x1="80778" y1="57766" x2="89444" y2="61383"/>
                        <a14:foregroundMark x1="48556" y1="4681" x2="48889" y2="851"/>
                        <a14:foregroundMark x1="43333" y1="81064" x2="50556" y2="81064"/>
                        <a14:foregroundMark x1="43000" y1="89149" x2="53778" y2="88936"/>
                        <a14:foregroundMark x1="45667" y1="95851" x2="54333" y2="94149"/>
                      </a14:backgroundRemoval>
                    </a14:imgEffect>
                  </a14:imgLayer>
                </a14:imgProps>
              </a:ext>
              <a:ext uri="{28A0092B-C50C-407E-A947-70E740481C1C}">
                <a14:useLocalDpi xmlns:a14="http://schemas.microsoft.com/office/drawing/2010/main" val="0"/>
              </a:ext>
            </a:extLst>
          </a:blip>
          <a:stretch>
            <a:fillRect/>
          </a:stretch>
        </p:blipFill>
        <p:spPr>
          <a:xfrm>
            <a:off x="8009435" y="105346"/>
            <a:ext cx="674096" cy="704056"/>
          </a:xfrm>
          <a:prstGeom prst="rect">
            <a:avLst/>
          </a:prstGeom>
        </p:spPr>
      </p:pic>
      <p:sp>
        <p:nvSpPr>
          <p:cNvPr id="5"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a:extLst>
              <a:ext uri="{FF2B5EF4-FFF2-40B4-BE49-F238E27FC236}">
                <a16:creationId xmlns:a16="http://schemas.microsoft.com/office/drawing/2014/main" id="{4E51DD1C-1314-4933-A4E0-9337D829EEC0}"/>
              </a:ext>
            </a:extLst>
          </p:cNvPr>
          <p:cNvSpPr txBox="1"/>
          <p:nvPr/>
        </p:nvSpPr>
        <p:spPr>
          <a:xfrm>
            <a:off x="4571996" y="1079736"/>
            <a:ext cx="4111536" cy="5081805"/>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lstStyle/>
          <a:p>
            <a:pPr marL="342900" indent="-342900">
              <a:buFont typeface="Arial" panose="020B0604020202020204" pitchFamily="34" charset="0"/>
              <a:buChar char="•"/>
            </a:pPr>
            <a:r>
              <a:rPr lang="ru-RU" dirty="0">
                <a:solidFill>
                  <a:schemeClr val="accent1">
                    <a:lumMod val="75000"/>
                  </a:schemeClr>
                </a:solidFill>
              </a:rPr>
              <a:t>Добавить возможность оставить комментарий к заданию;</a:t>
            </a:r>
          </a:p>
          <a:p>
            <a:pPr marL="342900" indent="-342900">
              <a:buFont typeface="Arial" panose="020B0604020202020204" pitchFamily="34" charset="0"/>
              <a:buChar char="•"/>
            </a:pPr>
            <a:endParaRPr lang="ru-RU" dirty="0">
              <a:solidFill>
                <a:schemeClr val="accent1">
                  <a:lumMod val="75000"/>
                </a:schemeClr>
              </a:solidFill>
            </a:endParaRPr>
          </a:p>
          <a:p>
            <a:pPr marL="342900" indent="-342900">
              <a:buFont typeface="Arial" panose="020B0604020202020204" pitchFamily="34" charset="0"/>
              <a:buChar char="•"/>
            </a:pPr>
            <a:r>
              <a:rPr lang="ru-RU" dirty="0">
                <a:solidFill>
                  <a:schemeClr val="accent1">
                    <a:lumMod val="75000"/>
                  </a:schemeClr>
                </a:solidFill>
              </a:rPr>
              <a:t>Добавить возможность оставить комментарий к варианту;</a:t>
            </a:r>
          </a:p>
          <a:p>
            <a:pPr marL="342900" indent="-342900">
              <a:buFont typeface="Arial" panose="020B0604020202020204" pitchFamily="34" charset="0"/>
              <a:buChar char="•"/>
            </a:pPr>
            <a:endParaRPr lang="ru-RU" dirty="0">
              <a:solidFill>
                <a:schemeClr val="accent1">
                  <a:lumMod val="75000"/>
                </a:schemeClr>
              </a:solidFill>
            </a:endParaRPr>
          </a:p>
          <a:p>
            <a:pPr marL="342900" indent="-342900">
              <a:buFont typeface="Arial" panose="020B0604020202020204" pitchFamily="34" charset="0"/>
              <a:buChar char="•"/>
            </a:pPr>
            <a:r>
              <a:rPr lang="ru-RU" dirty="0">
                <a:solidFill>
                  <a:schemeClr val="accent1">
                    <a:lumMod val="75000"/>
                  </a:schemeClr>
                </a:solidFill>
              </a:rPr>
              <a:t>Добавить создание </a:t>
            </a:r>
            <a:r>
              <a:rPr lang="ru-RU" dirty="0" err="1">
                <a:solidFill>
                  <a:schemeClr val="accent1">
                    <a:lumMod val="75000"/>
                  </a:schemeClr>
                </a:solidFill>
              </a:rPr>
              <a:t>неймспейсов</a:t>
            </a:r>
            <a:r>
              <a:rPr lang="ru-RU" dirty="0">
                <a:solidFill>
                  <a:schemeClr val="accent1">
                    <a:lumMod val="75000"/>
                  </a:schemeClr>
                </a:solidFill>
              </a:rPr>
              <a:t> для разграничения видимости вопросов (при использовании репозитория для хранения вопросов по разным предметам, было бы отлично, если бы преподаватели одного предмета не имели доступа к вопросам по другому).</a:t>
            </a:r>
            <a:endParaRPr lang="ru-RU" sz="2000" dirty="0">
              <a:solidFill>
                <a:schemeClr val="accent1">
                  <a:lumMod val="75000"/>
                </a:schemeClr>
              </a:solidFill>
            </a:endParaRPr>
          </a:p>
          <a:p>
            <a:endParaRPr lang="ru-RU" sz="2000" dirty="0">
              <a:solidFill>
                <a:schemeClr val="accent1">
                  <a:lumMod val="75000"/>
                </a:schemeClr>
              </a:solidFill>
            </a:endParaRPr>
          </a:p>
        </p:txBody>
      </p:sp>
    </p:spTree>
    <p:extLst>
      <p:ext uri="{BB962C8B-B14F-4D97-AF65-F5344CB8AC3E}">
        <p14:creationId xmlns:p14="http://schemas.microsoft.com/office/powerpoint/2010/main" val="79446552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A5772F91-E2D8-4B6A-9534-9CF5A19DFC2B}"/>
              </a:ext>
            </a:extLst>
          </p:cNvPr>
          <p:cNvPicPr>
            <a:picLocks noChangeAspect="1"/>
          </p:cNvPicPr>
          <p:nvPr/>
        </p:nvPicPr>
        <p:blipFill>
          <a:blip r:embed="rId2"/>
          <a:stretch>
            <a:fillRect/>
          </a:stretch>
        </p:blipFill>
        <p:spPr>
          <a:xfrm>
            <a:off x="0" y="6347224"/>
            <a:ext cx="5641819" cy="246062"/>
          </a:xfrm>
          <a:prstGeom prst="rect">
            <a:avLst/>
          </a:prstGeom>
        </p:spPr>
      </p:pic>
      <p:sp>
        <p:nvSpPr>
          <p:cNvPr id="123" name="Линия"/>
          <p:cNvSpPr/>
          <p:nvPr/>
        </p:nvSpPr>
        <p:spPr>
          <a:xfrm flipV="1">
            <a:off x="460460" y="908659"/>
            <a:ext cx="8223071" cy="0"/>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txBody>
          <a:bodyPr lIns="26789" tIns="26789" rIns="26789" bIns="26789" anchor="ctr"/>
          <a:lstStyle/>
          <a:p>
            <a:pPr>
              <a:defRPr sz="2400"/>
            </a:pPr>
            <a:endParaRPr sz="1265"/>
          </a:p>
        </p:txBody>
      </p:sp>
      <p:sp>
        <p:nvSpPr>
          <p:cNvPr id="124" name="Очень крутой заголовок…"/>
          <p:cNvSpPr txBox="1"/>
          <p:nvPr/>
        </p:nvSpPr>
        <p:spPr>
          <a:xfrm>
            <a:off x="1368335" y="192881"/>
            <a:ext cx="7315196" cy="621375"/>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lstStyle/>
          <a:p>
            <a:r>
              <a:rPr lang="ru-RU" sz="2400" dirty="0">
                <a:solidFill>
                  <a:srgbClr val="1C4982"/>
                </a:solidFill>
                <a:latin typeface="Segoe UI Semibold" panose="020B0702040204020203" pitchFamily="34" charset="0"/>
                <a:cs typeface="Segoe UI Semibold" panose="020B0702040204020203" pitchFamily="34" charset="0"/>
              </a:rPr>
              <a:t>Список использованных источников</a:t>
            </a:r>
            <a:endParaRPr lang="en-US" sz="2400" dirty="0">
              <a:solidFill>
                <a:srgbClr val="1C4982"/>
              </a:solidFill>
              <a:latin typeface="Segoe UI Semibold" panose="020B0702040204020203" pitchFamily="34" charset="0"/>
              <a:cs typeface="Segoe UI Semibold" panose="020B0702040204020203" pitchFamily="34" charset="0"/>
            </a:endParaRPr>
          </a:p>
        </p:txBody>
      </p:sp>
      <p:pic>
        <p:nvPicPr>
          <p:cNvPr id="128" name="Изображение" descr="Изображение"/>
          <p:cNvPicPr>
            <a:picLocks noChangeAspect="1"/>
          </p:cNvPicPr>
          <p:nvPr/>
        </p:nvPicPr>
        <p:blipFill>
          <a:blip r:embed="rId3"/>
          <a:stretch>
            <a:fillRect/>
          </a:stretch>
        </p:blipFill>
        <p:spPr>
          <a:xfrm>
            <a:off x="460460" y="182380"/>
            <a:ext cx="627022" cy="627022"/>
          </a:xfrm>
          <a:prstGeom prst="rect">
            <a:avLst/>
          </a:prstGeom>
          <a:ln w="12700">
            <a:miter lim="400000"/>
          </a:ln>
        </p:spPr>
      </p:pic>
      <p:cxnSp>
        <p:nvCxnSpPr>
          <p:cNvPr id="4" name="Прямая соединительная линия 3">
            <a:extLst>
              <a:ext uri="{FF2B5EF4-FFF2-40B4-BE49-F238E27FC236}">
                <a16:creationId xmlns:a16="http://schemas.microsoft.com/office/drawing/2014/main" id="{E898F47D-CF82-4ACE-8C0B-FC07D122126C}"/>
              </a:ext>
            </a:extLst>
          </p:cNvPr>
          <p:cNvCxnSpPr>
            <a:cxnSpLocks/>
          </p:cNvCxnSpPr>
          <p:nvPr/>
        </p:nvCxnSpPr>
        <p:spPr>
          <a:xfrm flipV="1">
            <a:off x="1227908" y="188026"/>
            <a:ext cx="1" cy="621376"/>
          </a:xfrm>
          <a:prstGeom prst="line">
            <a:avLst/>
          </a:prstGeom>
          <a:ln>
            <a:solidFill>
              <a:srgbClr val="1C4982"/>
            </a:solidFill>
          </a:ln>
        </p:spPr>
        <p:style>
          <a:lnRef idx="1">
            <a:schemeClr val="dk1"/>
          </a:lnRef>
          <a:fillRef idx="0">
            <a:schemeClr val="dk1"/>
          </a:fillRef>
          <a:effectRef idx="0">
            <a:schemeClr val="dk1"/>
          </a:effectRef>
          <a:fontRef idx="minor">
            <a:schemeClr val="tx1"/>
          </a:fontRef>
        </p:style>
      </p:cxn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22</a:t>
            </a:fld>
            <a:endParaRPr lang="ru-RU" sz="1600">
              <a:latin typeface="Segoe UI Semibold" panose="020B0702040204020203" pitchFamily="34" charset="0"/>
              <a:cs typeface="Segoe UI Semibold" panose="020B0702040204020203" pitchFamily="34" charset="0"/>
            </a:endParaRPr>
          </a:p>
        </p:txBody>
      </p:sp>
      <p:sp>
        <p:nvSpPr>
          <p:cNvPr id="10" name="Subtitle 2">
            <a:extLst>
              <a:ext uri="{FF2B5EF4-FFF2-40B4-BE49-F238E27FC236}">
                <a16:creationId xmlns:a16="http://schemas.microsoft.com/office/drawing/2014/main" id="{59AAF7AC-D8B3-4D29-AAA7-C3438E254D34}"/>
              </a:ext>
            </a:extLst>
          </p:cNvPr>
          <p:cNvSpPr txBox="1"/>
          <p:nvPr/>
        </p:nvSpPr>
        <p:spPr bwMode="auto">
          <a:xfrm>
            <a:off x="0" y="6341506"/>
            <a:ext cx="4143375" cy="246062"/>
          </a:xfrm>
          <a:prstGeom prst="rect">
            <a:avLst/>
          </a:prstGeom>
          <a:noFill/>
          <a:ln w="9525">
            <a:noFill/>
            <a:miter lim="800000"/>
          </a:ln>
        </p:spPr>
        <p:txBody>
          <a:bodyPr/>
          <a:lstStyle/>
          <a:p>
            <a:pPr>
              <a:spcBef>
                <a:spcPct val="20000"/>
              </a:spcBef>
            </a:pPr>
            <a:r>
              <a:rPr lang="ru-RU" sz="1200">
                <a:solidFill>
                  <a:schemeClr val="bg1"/>
                </a:solidFill>
                <a:latin typeface="Segoe UI Semilight" panose="020B0402040204020203" pitchFamily="34" charset="0"/>
                <a:cs typeface="Segoe UI Semilight" panose="020B0402040204020203" pitchFamily="34" charset="0"/>
              </a:rPr>
              <a:t>Высшая школа экономики, Москва, 20</a:t>
            </a:r>
            <a:r>
              <a:rPr lang="en-US" sz="1200">
                <a:solidFill>
                  <a:schemeClr val="bg1"/>
                </a:solidFill>
                <a:latin typeface="Segoe UI Semilight" panose="020B0402040204020203" pitchFamily="34" charset="0"/>
                <a:cs typeface="Segoe UI Semilight" panose="020B0402040204020203" pitchFamily="34" charset="0"/>
              </a:rPr>
              <a:t>20</a:t>
            </a:r>
            <a:endParaRPr kumimoji="1" lang="ru-RU" sz="1200">
              <a:solidFill>
                <a:schemeClr val="bg1"/>
              </a:solidFill>
              <a:latin typeface="Segoe UI Semilight" panose="020B0402040204020203" pitchFamily="34" charset="0"/>
              <a:cs typeface="Segoe UI Semilight" panose="020B0402040204020203" pitchFamily="34" charset="0"/>
            </a:endParaRPr>
          </a:p>
        </p:txBody>
      </p:sp>
      <p:sp>
        <p:nvSpPr>
          <p:cNvPr id="24" name="TextBox 23">
            <a:extLst>
              <a:ext uri="{FF2B5EF4-FFF2-40B4-BE49-F238E27FC236}">
                <a16:creationId xmlns:a16="http://schemas.microsoft.com/office/drawing/2014/main" id="{5A3E027B-8973-461F-BAF6-5F0FD0D78B85}"/>
              </a:ext>
            </a:extLst>
          </p:cNvPr>
          <p:cNvSpPr txBox="1"/>
          <p:nvPr/>
        </p:nvSpPr>
        <p:spPr>
          <a:xfrm>
            <a:off x="0" y="6593285"/>
            <a:ext cx="915572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200">
                <a:solidFill>
                  <a:srgbClr val="1C4982"/>
                </a:solidFill>
                <a:latin typeface="Segoe UI Semilight" panose="020B0402040204020203" pitchFamily="34" charset="0"/>
                <a:cs typeface="Segoe UI Semilight" panose="020B0402040204020203" pitchFamily="34" charset="0"/>
              </a:rPr>
              <a:t>Каруба Т. В. БПИ171, курсовая работа, Репозиторий задач для проведения компьютерного тестирования</a:t>
            </a:r>
          </a:p>
        </p:txBody>
      </p:sp>
      <p:sp>
        <p:nvSpPr>
          <p:cNvPr id="13" name="TextBox 12">
            <a:extLst>
              <a:ext uri="{FF2B5EF4-FFF2-40B4-BE49-F238E27FC236}">
                <a16:creationId xmlns:a16="http://schemas.microsoft.com/office/drawing/2014/main" id="{0415440B-47EC-4932-8B57-7BDC31F7063D}"/>
              </a:ext>
            </a:extLst>
          </p:cNvPr>
          <p:cNvSpPr txBox="1"/>
          <p:nvPr/>
        </p:nvSpPr>
        <p:spPr>
          <a:xfrm>
            <a:off x="460460" y="1077858"/>
            <a:ext cx="8461598" cy="56125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lvl="0" indent="-342900">
              <a:lnSpc>
                <a:spcPct val="107000"/>
              </a:lnSpc>
              <a:buFont typeface="+mj-lt"/>
              <a:buAutoNum type="arabicPeriod"/>
            </a:pP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Документация </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ASP</a:t>
            </a: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NET Core </a:t>
            </a: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[Электронный ресурс] </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URL</a:t>
            </a: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 </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4"/>
              </a:rPr>
              <a:t>https://docs.microsoft.com/ru-ru/aspnet/core/?view=aspnetcore-3.1</a:t>
            </a:r>
            <a:r>
              <a:rPr lang="ru-RU" sz="1500" dirty="0">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rPr>
              <a:t> (Дата обращения 25.10.2020, Режим Доступа: Свободный).</a:t>
            </a:r>
          </a:p>
          <a:p>
            <a:pPr marL="342900" lvl="0" indent="-342900">
              <a:lnSpc>
                <a:spcPct val="107000"/>
              </a:lnSpc>
              <a:buFont typeface="+mj-lt"/>
              <a:buAutoNum type="arabicPeriod"/>
            </a:pP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Документация </a:t>
            </a:r>
            <a:r>
              <a:rPr lang="en-US" sz="1500" dirty="0" err="1">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Blazor</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 </a:t>
            </a: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[Электронный ресурс] </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URL</a:t>
            </a: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 </a:t>
            </a:r>
            <a:r>
              <a:rPr lang="en-US"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https</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a:t>
            </a:r>
            <a:r>
              <a:rPr lang="en-US"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docs</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a:t>
            </a:r>
            <a:r>
              <a:rPr lang="en-US" sz="1500" u="sng" dirty="0" err="1">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microsoft</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a:t>
            </a:r>
            <a:r>
              <a:rPr lang="en-US"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com</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a:t>
            </a:r>
            <a:r>
              <a:rPr lang="en-US" sz="1500" u="sng" dirty="0" err="1">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ru</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a:t>
            </a:r>
            <a:r>
              <a:rPr lang="en-US" sz="1500" u="sng" dirty="0" err="1">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ru</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a:t>
            </a:r>
            <a:r>
              <a:rPr lang="en-US" sz="1500" u="sng" dirty="0" err="1">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aspnet</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a:t>
            </a:r>
            <a:r>
              <a:rPr lang="en-US"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core</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a:t>
            </a:r>
            <a:r>
              <a:rPr lang="en-US" sz="1500" u="sng" dirty="0" err="1">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blazor</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a:t>
            </a:r>
            <a:r>
              <a:rPr lang="en-US"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view</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a:t>
            </a:r>
            <a:r>
              <a:rPr lang="en-US" sz="1500" u="sng" dirty="0" err="1">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aspnetcore</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5"/>
              </a:rPr>
              <a:t>-3.1</a:t>
            </a: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 </a:t>
            </a:r>
            <a:r>
              <a:rPr lang="ru-RU" sz="1500" dirty="0">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rPr>
              <a:t>(Дата обращения 25.10.2020, Режим Доступа: Свободный).</a:t>
            </a:r>
          </a:p>
          <a:p>
            <a:pPr marL="342900" lvl="0" indent="-342900">
              <a:lnSpc>
                <a:spcPct val="107000"/>
              </a:lnSpc>
              <a:buFont typeface="+mj-lt"/>
              <a:buAutoNum type="arabicPeriod"/>
            </a:pP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Документация </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SQL Server </a:t>
            </a: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[Электронный ресурс] </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URL</a:t>
            </a: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 </a:t>
            </a:r>
            <a:r>
              <a:rPr lang="en-US"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https</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a:t>
            </a:r>
            <a:r>
              <a:rPr lang="en-US"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docs</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a:t>
            </a:r>
            <a:r>
              <a:rPr lang="en-US" sz="1500" u="sng" dirty="0" err="1">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microsoft</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a:t>
            </a:r>
            <a:r>
              <a:rPr lang="en-US"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com</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a:t>
            </a:r>
            <a:r>
              <a:rPr lang="en-US" sz="1500" u="sng" dirty="0" err="1">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ru</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a:t>
            </a:r>
            <a:r>
              <a:rPr lang="en-US" sz="1500" u="sng" dirty="0" err="1">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ru</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a:t>
            </a:r>
            <a:r>
              <a:rPr lang="en-US" sz="1500" u="sng" dirty="0" err="1">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sql</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a:t>
            </a:r>
            <a:r>
              <a:rPr lang="en-US" sz="1500" u="sng" dirty="0" err="1">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sql</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a:t>
            </a:r>
            <a:r>
              <a:rPr lang="en-US"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server</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a:t>
            </a:r>
            <a:r>
              <a:rPr lang="en-US"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view</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a:t>
            </a:r>
            <a:r>
              <a:rPr lang="en-US" sz="1500" u="sng" dirty="0" err="1">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sql</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a:t>
            </a:r>
            <a:r>
              <a:rPr lang="en-US"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server</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a:t>
            </a:r>
            <a:r>
              <a:rPr lang="en-US" sz="1500" u="sng" dirty="0" err="1">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ver</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6"/>
              </a:rPr>
              <a:t>15</a:t>
            </a: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 </a:t>
            </a:r>
            <a:r>
              <a:rPr lang="ru-RU" sz="1500" dirty="0">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rPr>
              <a:t>(Дата обращения 25.10.2020, Режим Доступа: Свободный).</a:t>
            </a:r>
            <a:endParaRPr lang="en-US" sz="1500" dirty="0">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endParaRPr>
          </a:p>
          <a:p>
            <a:pPr marL="342900" indent="-342900">
              <a:lnSpc>
                <a:spcPct val="107000"/>
              </a:lnSpc>
              <a:buFont typeface="+mj-lt"/>
              <a:buAutoNum type="arabicPeriod"/>
            </a:pP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Swagger </a:t>
            </a: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[Электронный ресурс] </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URL</a:t>
            </a: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 </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7"/>
              </a:rPr>
              <a:t>https://github.com/domaindrivendev/Swashbuckle.AspNetCore</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 </a:t>
            </a:r>
            <a:r>
              <a:rPr lang="ru-RU" sz="1500" dirty="0">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rPr>
              <a:t>(Дата обращения 25.10.2020, Режим Доступа: Свободный).</a:t>
            </a:r>
            <a:endParaRPr lang="en-US" sz="1500" dirty="0">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endParaRPr>
          </a:p>
          <a:p>
            <a:pPr marL="342900" indent="-342900">
              <a:lnSpc>
                <a:spcPct val="107000"/>
              </a:lnSpc>
              <a:buFont typeface="+mj-lt"/>
              <a:buAutoNum type="arabicPeriod"/>
            </a:pPr>
            <a:r>
              <a:rPr lang="ru-RU" sz="1500" dirty="0">
                <a:solidFill>
                  <a:srgbClr val="000000"/>
                </a:solidFill>
                <a:latin typeface="Segoe UI Semilight" panose="020B0402040204020203" pitchFamily="34" charset="0"/>
                <a:ea typeface="Times New Roman" panose="02020603050405020304" pitchFamily="18" charset="0"/>
                <a:cs typeface="Segoe UI Semilight" panose="020B0402040204020203" pitchFamily="34" charset="0"/>
              </a:rPr>
              <a:t>Слоистая архитектура</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 </a:t>
            </a: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[Электронный ресурс] </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URL</a:t>
            </a: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 </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8"/>
              </a:rPr>
              <a:t>https://martinfowler.com/bliki/PresentationDomainDataLayering.html</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 </a:t>
            </a:r>
            <a:r>
              <a:rPr lang="ru-RU" sz="1500" dirty="0">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rPr>
              <a:t>(Дата обращения 25.10.2020, Режим Доступа: Свободный).</a:t>
            </a:r>
          </a:p>
          <a:p>
            <a:pPr marL="342900" lvl="0" indent="-342900">
              <a:lnSpc>
                <a:spcPct val="107000"/>
              </a:lnSpc>
              <a:buFont typeface="+mj-lt"/>
              <a:buAutoNum type="arabicPeriod"/>
            </a:pP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Dapper </a:t>
            </a: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[Электронный ресурс] </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URL</a:t>
            </a: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 </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9"/>
              </a:rPr>
              <a:t>https://github.com/StackExchange/Dapper</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 </a:t>
            </a:r>
            <a:r>
              <a:rPr lang="ru-RU" sz="1500" dirty="0">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rPr>
              <a:t>(Дата обращения 25.10.2020, Режим Доступа: Свободный).</a:t>
            </a:r>
          </a:p>
          <a:p>
            <a:pPr marL="342900" lvl="0" indent="-342900">
              <a:lnSpc>
                <a:spcPct val="107000"/>
              </a:lnSpc>
              <a:buFont typeface="+mj-lt"/>
              <a:buAutoNum type="arabicPeriod"/>
            </a:pP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JWT </a:t>
            </a: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[Электронный ресурс] </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URL</a:t>
            </a: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 </a:t>
            </a:r>
            <a:r>
              <a:rPr lang="en-US"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10"/>
              </a:rPr>
              <a:t>https://ru.wikipedia.org/wiki/JSON_Web_Token</a:t>
            </a:r>
            <a:r>
              <a:rPr lang="en-US" sz="1500" dirty="0">
                <a:solidFill>
                  <a:srgbClr val="000000"/>
                </a:solidFill>
                <a:latin typeface="Segoe UI Semilight" panose="020B0402040204020203" pitchFamily="34" charset="0"/>
                <a:ea typeface="Times New Roman" panose="02020603050405020304" pitchFamily="18" charset="0"/>
                <a:cs typeface="Segoe UI Semilight" panose="020B0402040204020203" pitchFamily="34" charset="0"/>
              </a:rPr>
              <a:t> </a:t>
            </a:r>
            <a:r>
              <a:rPr lang="ru-RU" sz="1500" dirty="0">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rPr>
              <a:t>(Дата обращения 25.10.2020, Режим Доступа: Свободный).</a:t>
            </a:r>
          </a:p>
          <a:p>
            <a:pPr marL="342900" lvl="0" indent="-342900">
              <a:lnSpc>
                <a:spcPct val="107000"/>
              </a:lnSpc>
              <a:spcAft>
                <a:spcPts val="800"/>
              </a:spcAft>
              <a:buFont typeface="+mj-lt"/>
              <a:buAutoNum type="arabicPeriod"/>
            </a:pP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Расстояние Левенштейна [Электронный ресурс] </a:t>
            </a:r>
            <a:r>
              <a:rPr lang="en-US"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URL</a:t>
            </a: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 </a:t>
            </a:r>
            <a:r>
              <a:rPr lang="en-US"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11"/>
              </a:rPr>
              <a:t>https</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11"/>
              </a:rPr>
              <a:t>://</a:t>
            </a:r>
            <a:r>
              <a:rPr lang="en-US" sz="1500" u="sng" dirty="0" err="1">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11"/>
              </a:rPr>
              <a:t>ru</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11"/>
              </a:rPr>
              <a:t>.</a:t>
            </a:r>
            <a:r>
              <a:rPr lang="en-US" sz="1500" u="sng" dirty="0" err="1">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11"/>
              </a:rPr>
              <a:t>wikipedia</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11"/>
              </a:rPr>
              <a:t>.</a:t>
            </a:r>
            <a:r>
              <a:rPr lang="en-US"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11"/>
              </a:rPr>
              <a:t>org</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11"/>
              </a:rPr>
              <a:t>/</a:t>
            </a:r>
            <a:r>
              <a:rPr lang="en-US"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11"/>
              </a:rPr>
              <a:t>wiki</a:t>
            </a:r>
            <a:r>
              <a:rPr lang="ru-RU" sz="1500" u="sng"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11"/>
              </a:rPr>
              <a:t>/</a:t>
            </a:r>
            <a:r>
              <a:rPr lang="ru-RU" sz="1500" u="sng" dirty="0">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hlinkClick r:id="rId11"/>
              </a:rPr>
              <a:t> </a:t>
            </a:r>
            <a:r>
              <a:rPr lang="ru-RU" sz="1500" u="sng" dirty="0" err="1">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hlinkClick r:id="rId11"/>
              </a:rPr>
              <a:t>Расстояние_Левенштейна</a:t>
            </a:r>
            <a:r>
              <a:rPr lang="ru-RU" sz="1500" dirty="0">
                <a:solidFill>
                  <a:srgbClr val="000000"/>
                </a:solidFill>
                <a:effectLst/>
                <a:latin typeface="Segoe UI Semilight" panose="020B0402040204020203" pitchFamily="34" charset="0"/>
                <a:ea typeface="Times New Roman" panose="02020603050405020304" pitchFamily="18" charset="0"/>
                <a:cs typeface="Segoe UI Semilight" panose="020B0402040204020203" pitchFamily="34" charset="0"/>
              </a:rPr>
              <a:t> </a:t>
            </a:r>
            <a:r>
              <a:rPr lang="ru-RU" sz="1500" dirty="0">
                <a:solidFill>
                  <a:srgbClr val="000000"/>
                </a:solidFill>
                <a:effectLst/>
                <a:latin typeface="Segoe UI Semilight" panose="020B0402040204020203" pitchFamily="34" charset="0"/>
                <a:ea typeface="Calibri" panose="020F0502020204030204" pitchFamily="34" charset="0"/>
                <a:cs typeface="Segoe UI Semilight" panose="020B0402040204020203" pitchFamily="34" charset="0"/>
              </a:rPr>
              <a:t>(Дата обращения 25.10.2020, Режим Доступа: Свободный).</a:t>
            </a:r>
          </a:p>
          <a:p>
            <a:pPr marL="360000" indent="-360000">
              <a:buFont typeface="+mj-lt"/>
              <a:buAutoNum type="arabicPeriod"/>
            </a:pPr>
            <a:endParaRPr lang="ru-RU" sz="1500" dirty="0">
              <a:solidFill>
                <a:srgbClr val="1C4982"/>
              </a:solidFill>
            </a:endParaRPr>
          </a:p>
        </p:txBody>
      </p:sp>
      <p:pic>
        <p:nvPicPr>
          <p:cNvPr id="110" name="Рисунок 109">
            <a:extLst>
              <a:ext uri="{FF2B5EF4-FFF2-40B4-BE49-F238E27FC236}">
                <a16:creationId xmlns:a16="http://schemas.microsoft.com/office/drawing/2014/main" id="{84C3AC8E-F474-4787-AA2A-702FBB8B26CB}"/>
              </a:ext>
            </a:extLst>
          </p:cNvPr>
          <p:cNvPicPr>
            <a:picLocks noChangeAspect="1"/>
          </p:cNvPicPr>
          <p:nvPr/>
        </p:nvPicPr>
        <p:blipFill>
          <a:blip r:embed="rId12" cstate="print">
            <a:alphaModFix amt="4000"/>
            <a:extLst>
              <a:ext uri="{28A0092B-C50C-407E-A947-70E740481C1C}">
                <a14:useLocalDpi xmlns:a14="http://schemas.microsoft.com/office/drawing/2010/main" val="0"/>
              </a:ext>
            </a:extLst>
          </a:blip>
          <a:stretch>
            <a:fillRect/>
          </a:stretch>
        </p:blipFill>
        <p:spPr>
          <a:xfrm>
            <a:off x="7328908" y="-29091"/>
            <a:ext cx="1065320" cy="1065320"/>
          </a:xfrm>
          <a:prstGeom prst="rect">
            <a:avLst/>
          </a:prstGeom>
          <a:effectLst>
            <a:glow rad="63500">
              <a:schemeClr val="bg1">
                <a:alpha val="14000"/>
              </a:schemeClr>
            </a:glow>
          </a:effectLst>
        </p:spPr>
      </p:pic>
    </p:spTree>
    <p:extLst>
      <p:ext uri="{BB962C8B-B14F-4D97-AF65-F5344CB8AC3E}">
        <p14:creationId xmlns:p14="http://schemas.microsoft.com/office/powerpoint/2010/main" val="71499371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D88243EE-D9C0-42D8-8F2A-090882CCBC55}"/>
              </a:ext>
            </a:extLst>
          </p:cNvPr>
          <p:cNvSpPr/>
          <p:nvPr/>
        </p:nvSpPr>
        <p:spPr>
          <a:xfrm>
            <a:off x="0" y="0"/>
            <a:ext cx="9144000" cy="6858000"/>
          </a:xfrm>
          <a:prstGeom prst="rect">
            <a:avLst/>
          </a:prstGeom>
          <a:solidFill>
            <a:srgbClr val="1C4982"/>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ru-RU" sz="2400" b="0" i="0" u="none" strike="noStrike" cap="none" spc="0" normalizeH="0" baseline="0" dirty="0">
              <a:ln>
                <a:noFill/>
              </a:ln>
              <a:solidFill>
                <a:srgbClr val="FFFFFF"/>
              </a:solidFill>
              <a:effectLst/>
              <a:uFillTx/>
              <a:latin typeface="+mj-lt"/>
              <a:ea typeface="+mj-ea"/>
              <a:cs typeface="+mj-cs"/>
              <a:sym typeface="Helvetica Light"/>
            </a:endParaRPr>
          </a:p>
        </p:txBody>
      </p:sp>
      <p:sp>
        <p:nvSpPr>
          <p:cNvPr id="15" name="Номер слайда 1">
            <a:extLst>
              <a:ext uri="{FF2B5EF4-FFF2-40B4-BE49-F238E27FC236}">
                <a16:creationId xmlns:a16="http://schemas.microsoft.com/office/drawing/2014/main" id="{FAC2BD19-532B-4E7B-BF22-5BE8F846DB4D}"/>
              </a:ext>
            </a:extLst>
          </p:cNvPr>
          <p:cNvSpPr>
            <a:spLocks noGrp="1"/>
          </p:cNvSpPr>
          <p:nvPr>
            <p:ph type="sldNum" sz="quarter" idx="2"/>
          </p:nvPr>
        </p:nvSpPr>
        <p:spPr>
          <a:xfrm>
            <a:off x="8456954" y="6341506"/>
            <a:ext cx="226577" cy="348813"/>
          </a:xfrm>
        </p:spPr>
        <p:txBody>
          <a:bodyPr/>
          <a:lstStyle/>
          <a:p>
            <a:fld id="{86CB4B4D-7CA3-9044-876B-883B54F8677D}" type="slidenum">
              <a:rPr lang="ru-RU" sz="1600">
                <a:latin typeface="Segoe UI Semibold" panose="020B0702040204020203" pitchFamily="34" charset="0"/>
                <a:cs typeface="Segoe UI Semibold" panose="020B0702040204020203" pitchFamily="34" charset="0"/>
              </a:rPr>
              <a:t>23</a:t>
            </a:fld>
            <a:endParaRPr lang="ru-RU" sz="1600" dirty="0">
              <a:latin typeface="Segoe UI Semibold" panose="020B0702040204020203" pitchFamily="34" charset="0"/>
              <a:cs typeface="Segoe UI Semibold" panose="020B0702040204020203" pitchFamily="34" charset="0"/>
            </a:endParaRPr>
          </a:p>
        </p:txBody>
      </p:sp>
      <p:pic>
        <p:nvPicPr>
          <p:cNvPr id="3" name="Изображение" descr="Изображение">
            <a:extLst>
              <a:ext uri="{FF2B5EF4-FFF2-40B4-BE49-F238E27FC236}">
                <a16:creationId xmlns:a16="http://schemas.microsoft.com/office/drawing/2014/main" id="{AE10FBE5-9B08-4256-9651-0FB83D69E86A}"/>
              </a:ext>
            </a:extLst>
          </p:cNvPr>
          <p:cNvPicPr>
            <a:picLocks noChangeAspect="1"/>
          </p:cNvPicPr>
          <p:nvPr/>
        </p:nvPicPr>
        <p:blipFill>
          <a:blip r:embed="rId2"/>
          <a:stretch>
            <a:fillRect/>
          </a:stretch>
        </p:blipFill>
        <p:spPr>
          <a:xfrm>
            <a:off x="3331452" y="519261"/>
            <a:ext cx="2481095" cy="2398966"/>
          </a:xfrm>
          <a:prstGeom prst="rect">
            <a:avLst/>
          </a:prstGeom>
          <a:ln w="12700">
            <a:miter lim="400000"/>
          </a:ln>
        </p:spPr>
      </p:pic>
      <p:sp>
        <p:nvSpPr>
          <p:cNvPr id="16" name="TextBox 15">
            <a:extLst>
              <a:ext uri="{FF2B5EF4-FFF2-40B4-BE49-F238E27FC236}">
                <a16:creationId xmlns:a16="http://schemas.microsoft.com/office/drawing/2014/main" id="{BCE8ABDB-1C54-45F2-BB97-5ECEF02E84E7}"/>
              </a:ext>
            </a:extLst>
          </p:cNvPr>
          <p:cNvSpPr txBox="1"/>
          <p:nvPr/>
        </p:nvSpPr>
        <p:spPr>
          <a:xfrm>
            <a:off x="0" y="3270459"/>
            <a:ext cx="9144000" cy="7078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ru-RU" sz="4000" b="1" i="0" u="none" strike="noStrike" cap="none" spc="0" normalizeH="0" baseline="0" dirty="0">
                <a:ln>
                  <a:noFill/>
                </a:ln>
                <a:solidFill>
                  <a:schemeClr val="bg1">
                    <a:lumMod val="95000"/>
                  </a:schemeClr>
                </a:solidFill>
                <a:effectLst/>
                <a:uFillTx/>
                <a:latin typeface="Segoe UI Semibold" panose="020B0702040204020203" pitchFamily="34" charset="0"/>
                <a:ea typeface="+mj-ea"/>
                <a:cs typeface="Segoe UI Semibold" panose="020B0702040204020203" pitchFamily="34" charset="0"/>
                <a:sym typeface="Helvetica Light"/>
              </a:rPr>
              <a:t>СПАСИБО ЗА ВНИМАНИЕ!</a:t>
            </a:r>
          </a:p>
        </p:txBody>
      </p:sp>
      <p:sp>
        <p:nvSpPr>
          <p:cNvPr id="19" name="TextBox 18">
            <a:extLst>
              <a:ext uri="{FF2B5EF4-FFF2-40B4-BE49-F238E27FC236}">
                <a16:creationId xmlns:a16="http://schemas.microsoft.com/office/drawing/2014/main" id="{C69FBA0F-A883-441B-BDBB-B79BD7CBA568}"/>
              </a:ext>
            </a:extLst>
          </p:cNvPr>
          <p:cNvSpPr txBox="1"/>
          <p:nvPr/>
        </p:nvSpPr>
        <p:spPr>
          <a:xfrm>
            <a:off x="26126" y="6480175"/>
            <a:ext cx="9144000"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ru-RU" sz="1600" dirty="0">
                <a:solidFill>
                  <a:schemeClr val="bg1">
                    <a:lumMod val="95000"/>
                  </a:schemeClr>
                </a:solidFill>
                <a:latin typeface="Segoe UI Semilight" panose="020B0402040204020203" pitchFamily="34" charset="0"/>
                <a:cs typeface="Segoe UI Semilight" panose="020B0402040204020203" pitchFamily="34" charset="0"/>
              </a:rPr>
              <a:t>Каруба Т. В. БПИ171, </a:t>
            </a:r>
            <a:r>
              <a:rPr lang="en-US" sz="1600" dirty="0">
                <a:solidFill>
                  <a:schemeClr val="bg1">
                    <a:lumMod val="95000"/>
                  </a:schemeClr>
                </a:solidFill>
                <a:latin typeface="Segoe UI Semilight" panose="020B0402040204020203" pitchFamily="34" charset="0"/>
                <a:cs typeface="Segoe UI Semilight" panose="020B0402040204020203" pitchFamily="34" charset="0"/>
              </a:rPr>
              <a:t>tvkaruba@edu.hse.ru</a:t>
            </a:r>
            <a:endParaRPr lang="ru-RU" sz="1600" dirty="0">
              <a:solidFill>
                <a:schemeClr val="bg1">
                  <a:lumMod val="95000"/>
                </a:schemeClr>
              </a:solidFill>
              <a:latin typeface="Segoe UI Semilight" panose="020B0402040204020203" pitchFamily="34" charset="0"/>
              <a:cs typeface="Segoe UI Semilight" panose="020B0402040204020203" pitchFamily="34" charset="0"/>
            </a:endParaRPr>
          </a:p>
        </p:txBody>
      </p:sp>
      <p:sp>
        <p:nvSpPr>
          <p:cNvPr id="11" name="TextBox 10">
            <a:extLst>
              <a:ext uri="{FF2B5EF4-FFF2-40B4-BE49-F238E27FC236}">
                <a16:creationId xmlns:a16="http://schemas.microsoft.com/office/drawing/2014/main" id="{BC7F911B-E576-4F26-B3DA-172BC211CE70}"/>
              </a:ext>
            </a:extLst>
          </p:cNvPr>
          <p:cNvSpPr txBox="1"/>
          <p:nvPr/>
        </p:nvSpPr>
        <p:spPr>
          <a:xfrm>
            <a:off x="0" y="5967715"/>
            <a:ext cx="9144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spcBef>
                <a:spcPct val="20000"/>
              </a:spcBef>
            </a:pPr>
            <a:r>
              <a:rPr kumimoji="1" lang="ru-RU" dirty="0">
                <a:solidFill>
                  <a:schemeClr val="bg1">
                    <a:lumMod val="95000"/>
                  </a:schemeClr>
                </a:solidFill>
                <a:latin typeface="Segoe UI Semibold" panose="020B0702040204020203" pitchFamily="34" charset="0"/>
                <a:cs typeface="Segoe UI Semibold" panose="020B0702040204020203" pitchFamily="34" charset="0"/>
              </a:rPr>
              <a:t>Москва </a:t>
            </a:r>
            <a:r>
              <a:rPr kumimoji="1" lang="en-US" dirty="0">
                <a:solidFill>
                  <a:schemeClr val="bg1">
                    <a:lumMod val="95000"/>
                  </a:schemeClr>
                </a:solidFill>
                <a:latin typeface="Segoe UI Semibold" panose="020B0702040204020203" pitchFamily="34" charset="0"/>
                <a:cs typeface="Segoe UI Semibold" panose="020B0702040204020203" pitchFamily="34" charset="0"/>
              </a:rPr>
              <a:t>2020</a:t>
            </a:r>
            <a:endParaRPr kumimoji="1" lang="ru-RU" dirty="0">
              <a:solidFill>
                <a:schemeClr val="bg1">
                  <a:lumMod val="95000"/>
                </a:schemeClr>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714283257"/>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Arial Narrow"/>
        <a:ea typeface="Arial Narrow"/>
        <a:cs typeface="Arial Narrow"/>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j-lt"/>
            <a:ea typeface="+mj-ea"/>
            <a:cs typeface="+mj-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1714</TotalTime>
  <Words>2299</Words>
  <Application>Microsoft Office PowerPoint</Application>
  <PresentationFormat>Экран (4:3)</PresentationFormat>
  <Paragraphs>355</Paragraphs>
  <Slides>23</Slides>
  <Notes>0</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23</vt:i4>
      </vt:variant>
    </vt:vector>
  </HeadingPairs>
  <TitlesOfParts>
    <vt:vector size="32" baseType="lpstr">
      <vt:lpstr>Arial</vt:lpstr>
      <vt:lpstr>Arial Narrow</vt:lpstr>
      <vt:lpstr>Consolas</vt:lpstr>
      <vt:lpstr>Courier New</vt:lpstr>
      <vt:lpstr>Helvetica</vt:lpstr>
      <vt:lpstr>Helvetica Light</vt:lpstr>
      <vt:lpstr>Segoe UI Semibold</vt:lpstr>
      <vt:lpstr>Segoe UI Semilight</vt:lpstr>
      <vt:lpstr>White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
  <cp:lastModifiedBy>Каруба Тимофей Васильевич</cp:lastModifiedBy>
  <cp:revision>48</cp:revision>
  <dcterms:created xsi:type="dcterms:W3CDTF">2020-10-25T00:38:38Z</dcterms:created>
  <dcterms:modified xsi:type="dcterms:W3CDTF">2020-10-27T08:26:24Z</dcterms:modified>
</cp:coreProperties>
</file>